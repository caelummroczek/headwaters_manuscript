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F8F8F8"/>
    <a:srgbClr val="FFFC00"/>
    <a:srgbClr val="8EFA00"/>
    <a:srgbClr val="00FDFF"/>
    <a:srgbClr val="68E6EA"/>
    <a:srgbClr val="73FEFF"/>
    <a:srgbClr val="0094FF"/>
    <a:srgbClr val="0092FF"/>
    <a:srgbClr val="008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67"/>
    <p:restoredTop sz="94649"/>
  </p:normalViewPr>
  <p:slideViewPr>
    <p:cSldViewPr>
      <p:cViewPr>
        <p:scale>
          <a:sx n="100" d="100"/>
          <a:sy n="100" d="100"/>
        </p:scale>
        <p:origin x="3368" y="-200"/>
      </p:cViewPr>
      <p:guideLst>
        <p:guide orient="horz" pos="43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64943-7346-AA44-A5C2-408DB183872E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57400" y="1143000"/>
            <a:ext cx="2743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5243F-3D71-C541-9B95-649C1658F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089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57400" y="1143000"/>
            <a:ext cx="2743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5243F-3D71-C541-9B95-649C1658FC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3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57400" y="1143000"/>
            <a:ext cx="27432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5243F-3D71-C541-9B95-649C1658FCF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765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4A07-EC24-5982-28A6-DD711F06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3B7E5-457C-31E9-3E30-80641ED90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57400" y="1143000"/>
            <a:ext cx="2743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30C2A-9AEE-975D-7D56-53F89DE4F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8B1E8-9EC0-9C66-1F73-4F513374E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5243F-3D71-C541-9B95-649C1658FCF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62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E7F0-733F-9B16-AFC8-48B79C32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DE8B5-9FA1-6528-F93E-473D40D05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57400" y="1143000"/>
            <a:ext cx="27432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D27D9-2057-CC83-ADD9-B884BEC05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0E05C-FA3A-A7A6-4180-9E835356E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15243F-3D71-C541-9B95-649C1658FCF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367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44726"/>
            <a:ext cx="10363200" cy="47752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204076"/>
            <a:ext cx="9144000" cy="3311524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3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419479"/>
            <a:ext cx="10515600" cy="570547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178929"/>
            <a:ext cx="10515600" cy="300037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7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651250"/>
            <a:ext cx="51816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651250"/>
            <a:ext cx="51816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07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30253"/>
            <a:ext cx="105156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362326"/>
            <a:ext cx="5157787" cy="164782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010150"/>
            <a:ext cx="51577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362326"/>
            <a:ext cx="5183188" cy="164782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010150"/>
            <a:ext cx="5183188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0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6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0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4400"/>
            <a:ext cx="3932237" cy="32004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974853"/>
            <a:ext cx="6172200" cy="9747250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14800"/>
            <a:ext cx="3932237" cy="762317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6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14400"/>
            <a:ext cx="3932237" cy="32004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974853"/>
            <a:ext cx="6172200" cy="9747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114800"/>
            <a:ext cx="3932237" cy="762317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8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93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30250"/>
            <a:ext cx="26289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30250"/>
            <a:ext cx="77343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13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30253"/>
            <a:ext cx="105156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651250"/>
            <a:ext cx="105156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2712703"/>
            <a:ext cx="2743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F649D-A33F-1843-8931-9B9B10B3F05C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2712703"/>
            <a:ext cx="2743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BD025-AF4F-9F46-8EAF-307DB12D4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0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3040C9-0AFE-020E-8BAA-D5D2DCDCBB42}"/>
              </a:ext>
            </a:extLst>
          </p:cNvPr>
          <p:cNvSpPr/>
          <p:nvPr/>
        </p:nvSpPr>
        <p:spPr>
          <a:xfrm>
            <a:off x="3030581" y="1281095"/>
            <a:ext cx="5928733" cy="74470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B08BDA-E270-48F9-85C5-FEA7EDE80B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28"/>
          <a:stretch>
            <a:fillRect/>
          </a:stretch>
        </p:blipFill>
        <p:spPr>
          <a:xfrm>
            <a:off x="3034634" y="4859212"/>
            <a:ext cx="5769733" cy="32991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F792C0-9052-1E41-6275-1955B82216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57"/>
          <a:stretch>
            <a:fillRect/>
          </a:stretch>
        </p:blipFill>
        <p:spPr>
          <a:xfrm>
            <a:off x="3034632" y="1498028"/>
            <a:ext cx="5769734" cy="3299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0DDBDF-B7D4-4830-1BBE-6098DC7DE3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3701" t="5502" r="6925" b="86029"/>
          <a:stretch>
            <a:fillRect/>
          </a:stretch>
        </p:blipFill>
        <p:spPr>
          <a:xfrm>
            <a:off x="4895106" y="8220393"/>
            <a:ext cx="2401788" cy="3759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2766A9-231B-574D-22B7-C7453EA36DC5}"/>
              </a:ext>
            </a:extLst>
          </p:cNvPr>
          <p:cNvSpPr txBox="1"/>
          <p:nvPr/>
        </p:nvSpPr>
        <p:spPr>
          <a:xfrm>
            <a:off x="3030579" y="4587937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DD743-7E63-8285-4284-E86BD0029A7A}"/>
              </a:ext>
            </a:extLst>
          </p:cNvPr>
          <p:cNvSpPr txBox="1"/>
          <p:nvPr/>
        </p:nvSpPr>
        <p:spPr>
          <a:xfrm>
            <a:off x="3030579" y="-21479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4149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31D4FB0-3384-4D55-3713-962BBB91FAC8}"/>
              </a:ext>
            </a:extLst>
          </p:cNvPr>
          <p:cNvSpPr/>
          <p:nvPr/>
        </p:nvSpPr>
        <p:spPr>
          <a:xfrm>
            <a:off x="2988735" y="1985829"/>
            <a:ext cx="6333067" cy="85297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9AC278-B6D1-B212-F2ED-B0020BB29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306" y="2172095"/>
            <a:ext cx="5992238" cy="40856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9B356-840B-9849-4E32-763E69CBE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306" y="6356078"/>
            <a:ext cx="5992238" cy="3994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6921AB-5EBC-1474-D5D8-98C0CDD563B6}"/>
              </a:ext>
            </a:extLst>
          </p:cNvPr>
          <p:cNvSpPr txBox="1"/>
          <p:nvPr/>
        </p:nvSpPr>
        <p:spPr>
          <a:xfrm>
            <a:off x="3115319" y="6225445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A2A27-1E6F-DB5D-102C-F382AEB7C180}"/>
              </a:ext>
            </a:extLst>
          </p:cNvPr>
          <p:cNvSpPr txBox="1"/>
          <p:nvPr/>
        </p:nvSpPr>
        <p:spPr>
          <a:xfrm>
            <a:off x="3115319" y="-140930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" pitchFamily="2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14131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41">
            <a:extLst>
              <a:ext uri="{FF2B5EF4-FFF2-40B4-BE49-F238E27FC236}">
                <a16:creationId xmlns:a16="http://schemas.microsoft.com/office/drawing/2014/main" id="{7D0813BE-3CA9-B809-BBF0-72145598F0B2}"/>
              </a:ext>
            </a:extLst>
          </p:cNvPr>
          <p:cNvSpPr/>
          <p:nvPr/>
        </p:nvSpPr>
        <p:spPr>
          <a:xfrm>
            <a:off x="472502" y="5713994"/>
            <a:ext cx="11246996" cy="5362239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EA4FE041-1FC0-81B4-C39E-3453DE5B7BC0}"/>
              </a:ext>
            </a:extLst>
          </p:cNvPr>
          <p:cNvSpPr/>
          <p:nvPr/>
        </p:nvSpPr>
        <p:spPr>
          <a:xfrm>
            <a:off x="1336051" y="1803934"/>
            <a:ext cx="9469019" cy="208682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4A534E4-CE39-F5A2-4B26-23B414FA94AA}"/>
              </a:ext>
            </a:extLst>
          </p:cNvPr>
          <p:cNvSpPr/>
          <p:nvPr/>
        </p:nvSpPr>
        <p:spPr>
          <a:xfrm>
            <a:off x="1889679" y="2439363"/>
            <a:ext cx="8366760" cy="2490428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61132C79-0D10-468C-80DC-E36C1F78D5FA}"/>
              </a:ext>
            </a:extLst>
          </p:cNvPr>
          <p:cNvCxnSpPr>
            <a:cxnSpLocks/>
          </p:cNvCxnSpPr>
          <p:nvPr/>
        </p:nvCxnSpPr>
        <p:spPr>
          <a:xfrm>
            <a:off x="9762411" y="3901684"/>
            <a:ext cx="18288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974C6169-A21E-E7F6-7CAA-8879F450BB95}"/>
              </a:ext>
            </a:extLst>
          </p:cNvPr>
          <p:cNvSpPr txBox="1"/>
          <p:nvPr/>
        </p:nvSpPr>
        <p:spPr>
          <a:xfrm>
            <a:off x="4521691" y="1944740"/>
            <a:ext cx="3148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Recurrent Neural Network</a:t>
            </a:r>
          </a:p>
        </p:txBody>
      </p: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731E92A6-9720-0552-9D42-3BFBE52B0BF4}"/>
              </a:ext>
            </a:extLst>
          </p:cNvPr>
          <p:cNvCxnSpPr>
            <a:cxnSpLocks/>
          </p:cNvCxnSpPr>
          <p:nvPr/>
        </p:nvCxnSpPr>
        <p:spPr>
          <a:xfrm rot="16200000">
            <a:off x="5980657" y="3383771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B6F42E00-ED06-7E64-F4A5-B7786C257662}"/>
              </a:ext>
            </a:extLst>
          </p:cNvPr>
          <p:cNvSpPr txBox="1"/>
          <p:nvPr/>
        </p:nvSpPr>
        <p:spPr>
          <a:xfrm>
            <a:off x="4469073" y="2574679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Memory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0485A4EA-A1DC-6921-FA39-79129586DE05}"/>
              </a:ext>
            </a:extLst>
          </p:cNvPr>
          <p:cNvCxnSpPr>
            <a:cxnSpLocks/>
          </p:cNvCxnSpPr>
          <p:nvPr/>
        </p:nvCxnSpPr>
        <p:spPr>
          <a:xfrm rot="16200000">
            <a:off x="10755442" y="3219800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B00336EA-4C87-6F7C-7B07-BF2DC38C659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286423" y="3334142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A7C9178-B9A8-813A-00A9-862C58C70C6A}"/>
              </a:ext>
            </a:extLst>
          </p:cNvPr>
          <p:cNvSpPr txBox="1"/>
          <p:nvPr/>
        </p:nvSpPr>
        <p:spPr>
          <a:xfrm>
            <a:off x="572280" y="3886524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Helvetica" pitchFamily="2" charset="0"/>
              </a:rPr>
              <a:t>Input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BD521A75-C7DD-5A79-3209-A3952CB261CE}"/>
              </a:ext>
            </a:extLst>
          </p:cNvPr>
          <p:cNvSpPr txBox="1"/>
          <p:nvPr/>
        </p:nvSpPr>
        <p:spPr>
          <a:xfrm>
            <a:off x="10393633" y="3886523"/>
            <a:ext cx="119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Helvetica" pitchFamily="2" charset="0"/>
              </a:rPr>
              <a:t>Output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CEB536A2-0C9E-61F2-BD80-C8EC32466A94}"/>
              </a:ext>
            </a:extLst>
          </p:cNvPr>
          <p:cNvCxnSpPr>
            <a:cxnSpLocks/>
          </p:cNvCxnSpPr>
          <p:nvPr/>
        </p:nvCxnSpPr>
        <p:spPr>
          <a:xfrm flipV="1">
            <a:off x="472502" y="4929791"/>
            <a:ext cx="1417177" cy="782764"/>
          </a:xfrm>
          <a:prstGeom prst="line">
            <a:avLst/>
          </a:prstGeom>
          <a:ln w="28575" cap="flat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6A0D4D05-4D40-A634-FD21-45DA3BAD6E6C}"/>
              </a:ext>
            </a:extLst>
          </p:cNvPr>
          <p:cNvCxnSpPr>
            <a:cxnSpLocks/>
          </p:cNvCxnSpPr>
          <p:nvPr/>
        </p:nvCxnSpPr>
        <p:spPr>
          <a:xfrm flipH="1" flipV="1">
            <a:off x="10256439" y="4929791"/>
            <a:ext cx="1463059" cy="798537"/>
          </a:xfrm>
          <a:prstGeom prst="line">
            <a:avLst/>
          </a:prstGeom>
          <a:ln w="28575" cap="flat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823E33E-2075-C1A7-CD18-89599C98E44F}"/>
              </a:ext>
            </a:extLst>
          </p:cNvPr>
          <p:cNvGrpSpPr/>
          <p:nvPr/>
        </p:nvGrpSpPr>
        <p:grpSpPr>
          <a:xfrm>
            <a:off x="961551" y="5981518"/>
            <a:ext cx="10268899" cy="4824044"/>
            <a:chOff x="808882" y="5981518"/>
            <a:chExt cx="10268899" cy="4824044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2A9B762A-0E3E-8A0D-E36A-19BB63F1B69B}"/>
                </a:ext>
              </a:extLst>
            </p:cNvPr>
            <p:cNvSpPr/>
            <p:nvPr/>
          </p:nvSpPr>
          <p:spPr>
            <a:xfrm>
              <a:off x="2612966" y="6429829"/>
              <a:ext cx="1280146" cy="4375732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6E076A13-8331-9B92-D220-7A166EFA79ED}"/>
                </a:ext>
              </a:extLst>
            </p:cNvPr>
            <p:cNvSpPr/>
            <p:nvPr/>
          </p:nvSpPr>
          <p:spPr>
            <a:xfrm>
              <a:off x="4939182" y="6429843"/>
              <a:ext cx="1280146" cy="4375719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A7F34834-3ECF-A2D9-97DD-C13FDA9C0E1B}"/>
                </a:ext>
              </a:extLst>
            </p:cNvPr>
            <p:cNvSpPr/>
            <p:nvPr/>
          </p:nvSpPr>
          <p:spPr>
            <a:xfrm>
              <a:off x="6434655" y="6429843"/>
              <a:ext cx="2955608" cy="4375719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C2B5DAA7-4A28-ABCB-FE12-E401AFF49142}"/>
                </a:ext>
              </a:extLst>
            </p:cNvPr>
            <p:cNvSpPr/>
            <p:nvPr/>
          </p:nvSpPr>
          <p:spPr>
            <a:xfrm>
              <a:off x="9605589" y="6429830"/>
              <a:ext cx="1280146" cy="4375719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0E1CA97-B305-785A-ABD1-BAD0BB9D0FCA}"/>
                </a:ext>
              </a:extLst>
            </p:cNvPr>
            <p:cNvGrpSpPr/>
            <p:nvPr/>
          </p:nvGrpSpPr>
          <p:grpSpPr>
            <a:xfrm>
              <a:off x="5241343" y="6712154"/>
              <a:ext cx="685800" cy="3638589"/>
              <a:chOff x="3901464" y="1154139"/>
              <a:chExt cx="685800" cy="3638589"/>
            </a:xfrm>
            <a:solidFill>
              <a:srgbClr val="8EFA00"/>
            </a:solidFill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7C1F5B1-528E-956E-6DB1-A22D4ECAB343}"/>
                  </a:ext>
                </a:extLst>
              </p:cNvPr>
              <p:cNvSpPr/>
              <p:nvPr/>
            </p:nvSpPr>
            <p:spPr>
              <a:xfrm>
                <a:off x="3901464" y="1154139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8EFA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9C3E6AF-0613-FB4C-99AF-12830282ACB4}"/>
                  </a:ext>
                </a:extLst>
              </p:cNvPr>
              <p:cNvSpPr/>
              <p:nvPr/>
            </p:nvSpPr>
            <p:spPr>
              <a:xfrm>
                <a:off x="3901464" y="2138542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8EFA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EB4C95E-FE69-03AA-9490-9EC9F7C4378F}"/>
                  </a:ext>
                </a:extLst>
              </p:cNvPr>
              <p:cNvSpPr/>
              <p:nvPr/>
            </p:nvSpPr>
            <p:spPr>
              <a:xfrm>
                <a:off x="3901464" y="4106928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8EFA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771A0C-05D3-6C16-5BC6-C342A6C4E53F}"/>
                  </a:ext>
                </a:extLst>
              </p:cNvPr>
              <p:cNvSpPr txBox="1"/>
              <p:nvPr/>
            </p:nvSpPr>
            <p:spPr>
              <a:xfrm>
                <a:off x="4105544" y="3122945"/>
                <a:ext cx="277640" cy="685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25EEC7F-D338-4AAC-7B8D-7D6DDF36A9F3}"/>
                </a:ext>
              </a:extLst>
            </p:cNvPr>
            <p:cNvGrpSpPr/>
            <p:nvPr/>
          </p:nvGrpSpPr>
          <p:grpSpPr>
            <a:xfrm>
              <a:off x="6811351" y="6712154"/>
              <a:ext cx="685800" cy="3638589"/>
              <a:chOff x="3901464" y="1154139"/>
              <a:chExt cx="685800" cy="3638589"/>
            </a:xfrm>
            <a:solidFill>
              <a:schemeClr val="bg1">
                <a:lumMod val="85000"/>
              </a:schemeClr>
            </a:solidFill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4002024-10C7-C09A-6915-6EF72456373C}"/>
                  </a:ext>
                </a:extLst>
              </p:cNvPr>
              <p:cNvSpPr/>
              <p:nvPr/>
            </p:nvSpPr>
            <p:spPr>
              <a:xfrm>
                <a:off x="3901464" y="1154139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99191D7-F92D-ADC3-FF3A-750B2E204E17}"/>
                  </a:ext>
                </a:extLst>
              </p:cNvPr>
              <p:cNvSpPr/>
              <p:nvPr/>
            </p:nvSpPr>
            <p:spPr>
              <a:xfrm>
                <a:off x="3901464" y="2138542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767E8091-B59F-9448-A7F8-A1037F38AC7B}"/>
                  </a:ext>
                </a:extLst>
              </p:cNvPr>
              <p:cNvSpPr/>
              <p:nvPr/>
            </p:nvSpPr>
            <p:spPr>
              <a:xfrm>
                <a:off x="3901464" y="4106928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75AC2EA-7AF0-1F67-11A2-C58BC94D3DBD}"/>
                  </a:ext>
                </a:extLst>
              </p:cNvPr>
              <p:cNvSpPr txBox="1"/>
              <p:nvPr/>
            </p:nvSpPr>
            <p:spPr>
              <a:xfrm>
                <a:off x="4105544" y="3122945"/>
                <a:ext cx="277640" cy="685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</p:txBody>
          </p:sp>
        </p:grpSp>
        <p:pic>
          <p:nvPicPr>
            <p:cNvPr id="67" name="Graphic 66" descr="Refresh outline">
              <a:extLst>
                <a:ext uri="{FF2B5EF4-FFF2-40B4-BE49-F238E27FC236}">
                  <a16:creationId xmlns:a16="http://schemas.microsoft.com/office/drawing/2014/main" id="{47B86F83-2B8A-B8CE-2D63-D29DEA710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5643" y="6837673"/>
              <a:ext cx="457200" cy="457200"/>
            </a:xfrm>
            <a:prstGeom prst="rect">
              <a:avLst/>
            </a:prstGeom>
          </p:spPr>
        </p:pic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33C48675-D664-3344-0F99-6072462DDEBF}"/>
                </a:ext>
              </a:extLst>
            </p:cNvPr>
            <p:cNvGrpSpPr/>
            <p:nvPr/>
          </p:nvGrpSpPr>
          <p:grpSpPr>
            <a:xfrm>
              <a:off x="9946757" y="6718649"/>
              <a:ext cx="685800" cy="3638589"/>
              <a:chOff x="3901464" y="1154139"/>
              <a:chExt cx="685800" cy="3638589"/>
            </a:xfrm>
            <a:solidFill>
              <a:srgbClr val="FFFC00"/>
            </a:solidFill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3F702BC5-A6AC-0BC2-8F36-A2537AF16AED}"/>
                  </a:ext>
                </a:extLst>
              </p:cNvPr>
              <p:cNvSpPr/>
              <p:nvPr/>
            </p:nvSpPr>
            <p:spPr>
              <a:xfrm>
                <a:off x="3901464" y="1154139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FFF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y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1</a:t>
                </a:r>
                <a:endParaRPr lang="en-US" sz="2400" i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10AFCF3-3125-320F-21F6-9DACFA7F9432}"/>
                  </a:ext>
                </a:extLst>
              </p:cNvPr>
              <p:cNvSpPr/>
              <p:nvPr/>
            </p:nvSpPr>
            <p:spPr>
              <a:xfrm>
                <a:off x="3901464" y="2138542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FFF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y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2</a:t>
                </a:r>
                <a:endParaRPr lang="en-US" sz="2400" dirty="0">
                  <a:latin typeface="Helvetica" pitchFamily="2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AE89F4FF-3296-DDFD-FCEB-691947B3A007}"/>
                  </a:ext>
                </a:extLst>
              </p:cNvPr>
              <p:cNvSpPr/>
              <p:nvPr/>
            </p:nvSpPr>
            <p:spPr>
              <a:xfrm>
                <a:off x="3901464" y="4106928"/>
                <a:ext cx="685800" cy="685800"/>
              </a:xfrm>
              <a:prstGeom prst="ellipse">
                <a:avLst/>
              </a:prstGeom>
              <a:solidFill>
                <a:srgbClr val="FFFC00"/>
              </a:solidFill>
              <a:ln w="12700">
                <a:solidFill>
                  <a:srgbClr val="FFF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y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dirty="0">
                  <a:latin typeface="Helvetica" pitchFamily="2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F7109D6-336A-3D28-646F-5975C492F3A8}"/>
                  </a:ext>
                </a:extLst>
              </p:cNvPr>
              <p:cNvSpPr txBox="1"/>
              <p:nvPr/>
            </p:nvSpPr>
            <p:spPr>
              <a:xfrm>
                <a:off x="4105544" y="3122945"/>
                <a:ext cx="277640" cy="685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83502D2-01C9-8FA7-D97D-5E3B9B8D2E9F}"/>
                </a:ext>
              </a:extLst>
            </p:cNvPr>
            <p:cNvCxnSpPr>
              <a:cxnSpLocks/>
              <a:stCxn id="4" idx="3"/>
              <a:endCxn id="6" idx="2"/>
            </p:cNvCxnSpPr>
            <p:nvPr/>
          </p:nvCxnSpPr>
          <p:spPr>
            <a:xfrm flipV="1">
              <a:off x="3710239" y="7055054"/>
              <a:ext cx="1531104" cy="6027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C260E8BA-514C-3261-89F0-11C12D227917}"/>
                </a:ext>
              </a:extLst>
            </p:cNvPr>
            <p:cNvCxnSpPr>
              <a:cxnSpLocks/>
              <a:stCxn id="4" idx="3"/>
              <a:endCxn id="7" idx="2"/>
            </p:cNvCxnSpPr>
            <p:nvPr/>
          </p:nvCxnSpPr>
          <p:spPr>
            <a:xfrm>
              <a:off x="3710239" y="7657778"/>
              <a:ext cx="1531104" cy="3816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87B5D93-5141-5DEC-5528-8360ED06CE84}"/>
                </a:ext>
              </a:extLst>
            </p:cNvPr>
            <p:cNvCxnSpPr>
              <a:cxnSpLocks/>
              <a:stCxn id="4" idx="3"/>
              <a:endCxn id="9" idx="1"/>
            </p:cNvCxnSpPr>
            <p:nvPr/>
          </p:nvCxnSpPr>
          <p:spPr>
            <a:xfrm>
              <a:off x="3710240" y="7657779"/>
              <a:ext cx="1631537" cy="21075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A81B2DB-35F6-E757-3832-26250C1E0646}"/>
                </a:ext>
              </a:extLst>
            </p:cNvPr>
            <p:cNvCxnSpPr>
              <a:cxnSpLocks/>
              <a:stCxn id="6" idx="6"/>
              <a:endCxn id="39" idx="2"/>
            </p:cNvCxnSpPr>
            <p:nvPr/>
          </p:nvCxnSpPr>
          <p:spPr>
            <a:xfrm>
              <a:off x="5927143" y="7055053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Graphic 67" descr="Refresh outline">
              <a:extLst>
                <a:ext uri="{FF2B5EF4-FFF2-40B4-BE49-F238E27FC236}">
                  <a16:creationId xmlns:a16="http://schemas.microsoft.com/office/drawing/2014/main" id="{C57259BC-2700-3020-A991-972042FE5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5643" y="7828252"/>
              <a:ext cx="457200" cy="457200"/>
            </a:xfrm>
            <a:prstGeom prst="rect">
              <a:avLst/>
            </a:prstGeom>
          </p:spPr>
        </p:pic>
        <p:pic>
          <p:nvPicPr>
            <p:cNvPr id="69" name="Graphic 68" descr="Refresh outline">
              <a:extLst>
                <a:ext uri="{FF2B5EF4-FFF2-40B4-BE49-F238E27FC236}">
                  <a16:creationId xmlns:a16="http://schemas.microsoft.com/office/drawing/2014/main" id="{79581AF7-5843-69DD-8377-E860271F1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355643" y="9790462"/>
              <a:ext cx="457200" cy="457200"/>
            </a:xfrm>
            <a:prstGeom prst="rect">
              <a:avLst/>
            </a:prstGeom>
          </p:spPr>
        </p:pic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C510D22-DE4D-0AB1-D8CD-465F7A80E1B4}"/>
                </a:ext>
              </a:extLst>
            </p:cNvPr>
            <p:cNvCxnSpPr>
              <a:cxnSpLocks/>
              <a:stCxn id="7" idx="6"/>
              <a:endCxn id="40" idx="2"/>
            </p:cNvCxnSpPr>
            <p:nvPr/>
          </p:nvCxnSpPr>
          <p:spPr>
            <a:xfrm>
              <a:off x="5927143" y="8039456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A81413F-773C-6AAE-1D6A-B6E35CB396D8}"/>
                </a:ext>
              </a:extLst>
            </p:cNvPr>
            <p:cNvCxnSpPr>
              <a:cxnSpLocks/>
              <a:stCxn id="9" idx="6"/>
              <a:endCxn id="41" idx="2"/>
            </p:cNvCxnSpPr>
            <p:nvPr/>
          </p:nvCxnSpPr>
          <p:spPr>
            <a:xfrm>
              <a:off x="5927143" y="10007842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2E1F1F09-EC65-E81B-F03F-775243B45A44}"/>
                </a:ext>
              </a:extLst>
            </p:cNvPr>
            <p:cNvCxnSpPr>
              <a:cxnSpLocks/>
              <a:stCxn id="6" idx="6"/>
              <a:endCxn id="40" idx="1"/>
            </p:cNvCxnSpPr>
            <p:nvPr/>
          </p:nvCxnSpPr>
          <p:spPr>
            <a:xfrm>
              <a:off x="5927144" y="7055053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93D5CFE-01FC-E87F-09D9-5D61335C41A5}"/>
                </a:ext>
              </a:extLst>
            </p:cNvPr>
            <p:cNvCxnSpPr>
              <a:cxnSpLocks/>
              <a:stCxn id="6" idx="6"/>
              <a:endCxn id="41" idx="1"/>
            </p:cNvCxnSpPr>
            <p:nvPr/>
          </p:nvCxnSpPr>
          <p:spPr>
            <a:xfrm>
              <a:off x="5927144" y="7055053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C1964003-7278-F3EC-DB2B-7F89E0E603CC}"/>
                </a:ext>
              </a:extLst>
            </p:cNvPr>
            <p:cNvCxnSpPr>
              <a:cxnSpLocks/>
              <a:stCxn id="7" idx="6"/>
              <a:endCxn id="39" idx="3"/>
            </p:cNvCxnSpPr>
            <p:nvPr/>
          </p:nvCxnSpPr>
          <p:spPr>
            <a:xfrm flipV="1">
              <a:off x="5927144" y="7297520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8409B8DB-5A48-A7B3-34AF-0DBA581D5BE8}"/>
                </a:ext>
              </a:extLst>
            </p:cNvPr>
            <p:cNvCxnSpPr>
              <a:cxnSpLocks/>
              <a:stCxn id="7" idx="6"/>
              <a:endCxn id="41" idx="1"/>
            </p:cNvCxnSpPr>
            <p:nvPr/>
          </p:nvCxnSpPr>
          <p:spPr>
            <a:xfrm>
              <a:off x="5927144" y="8039457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B755E007-0466-0228-1319-039F4796FB59}"/>
                </a:ext>
              </a:extLst>
            </p:cNvPr>
            <p:cNvCxnSpPr>
              <a:cxnSpLocks/>
              <a:stCxn id="9" idx="6"/>
              <a:endCxn id="39" idx="3"/>
            </p:cNvCxnSpPr>
            <p:nvPr/>
          </p:nvCxnSpPr>
          <p:spPr>
            <a:xfrm flipV="1">
              <a:off x="5927144" y="7297520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8ACA9683-454D-14D9-5A5B-59554919B873}"/>
                </a:ext>
              </a:extLst>
            </p:cNvPr>
            <p:cNvCxnSpPr>
              <a:cxnSpLocks/>
              <a:stCxn id="9" idx="6"/>
              <a:endCxn id="40" idx="3"/>
            </p:cNvCxnSpPr>
            <p:nvPr/>
          </p:nvCxnSpPr>
          <p:spPr>
            <a:xfrm flipV="1">
              <a:off x="5927144" y="8281924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80E78D57-A17B-B30C-8351-0F78E5C37F3C}"/>
                </a:ext>
              </a:extLst>
            </p:cNvPr>
            <p:cNvCxnSpPr>
              <a:cxnSpLocks/>
            </p:cNvCxnSpPr>
            <p:nvPr/>
          </p:nvCxnSpPr>
          <p:spPr>
            <a:xfrm>
              <a:off x="9062549" y="8061466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B702006-16D4-18DF-DA69-6762E52AAC92}"/>
                </a:ext>
              </a:extLst>
            </p:cNvPr>
            <p:cNvCxnSpPr>
              <a:cxnSpLocks/>
            </p:cNvCxnSpPr>
            <p:nvPr/>
          </p:nvCxnSpPr>
          <p:spPr>
            <a:xfrm>
              <a:off x="9062549" y="10029852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3A214F8F-0E25-D6FE-4605-0D932BA9C4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2550" y="7319530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75684606-DC6D-F76B-9687-5D561C74C4F6}"/>
                </a:ext>
              </a:extLst>
            </p:cNvPr>
            <p:cNvCxnSpPr>
              <a:cxnSpLocks/>
            </p:cNvCxnSpPr>
            <p:nvPr/>
          </p:nvCxnSpPr>
          <p:spPr>
            <a:xfrm>
              <a:off x="9062550" y="8061467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8729DA7-E8E3-F321-DB84-9F2E48377A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2550" y="7319530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6ACA63BF-120F-DE9F-7304-596AAA5F4E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62550" y="8303934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E0B395AF-9151-5CC8-067B-2BB001AC3505}"/>
                </a:ext>
              </a:extLst>
            </p:cNvPr>
            <p:cNvCxnSpPr>
              <a:cxnSpLocks/>
            </p:cNvCxnSpPr>
            <p:nvPr/>
          </p:nvCxnSpPr>
          <p:spPr>
            <a:xfrm>
              <a:off x="7476318" y="8061479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1D058665-1514-2F6C-2DCC-876A3DF1943C}"/>
                </a:ext>
              </a:extLst>
            </p:cNvPr>
            <p:cNvCxnSpPr>
              <a:cxnSpLocks/>
            </p:cNvCxnSpPr>
            <p:nvPr/>
          </p:nvCxnSpPr>
          <p:spPr>
            <a:xfrm>
              <a:off x="7476319" y="7077076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71494DB7-D728-0081-6045-9F59C13D9219}"/>
                </a:ext>
              </a:extLst>
            </p:cNvPr>
            <p:cNvCxnSpPr>
              <a:cxnSpLocks/>
            </p:cNvCxnSpPr>
            <p:nvPr/>
          </p:nvCxnSpPr>
          <p:spPr>
            <a:xfrm>
              <a:off x="7476319" y="7077076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8A9D713C-1127-97DC-A6DC-1032EB80259B}"/>
                </a:ext>
              </a:extLst>
            </p:cNvPr>
            <p:cNvCxnSpPr>
              <a:cxnSpLocks/>
            </p:cNvCxnSpPr>
            <p:nvPr/>
          </p:nvCxnSpPr>
          <p:spPr>
            <a:xfrm>
              <a:off x="7476319" y="8061480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BB72812-2C03-D4E6-9E5C-7F30B716096D}"/>
                </a:ext>
              </a:extLst>
            </p:cNvPr>
            <p:cNvSpPr/>
            <p:nvPr/>
          </p:nvSpPr>
          <p:spPr>
            <a:xfrm>
              <a:off x="8360526" y="6718661"/>
              <a:ext cx="685800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A7E83D9E-AC89-8970-7195-F52F28604C07}"/>
                </a:ext>
              </a:extLst>
            </p:cNvPr>
            <p:cNvSpPr/>
            <p:nvPr/>
          </p:nvSpPr>
          <p:spPr>
            <a:xfrm>
              <a:off x="8360526" y="7703064"/>
              <a:ext cx="685800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11B174F8-1E7E-30A4-0F02-7BCE8E5A02A6}"/>
                </a:ext>
              </a:extLst>
            </p:cNvPr>
            <p:cNvSpPr/>
            <p:nvPr/>
          </p:nvSpPr>
          <p:spPr>
            <a:xfrm>
              <a:off x="8360526" y="9671450"/>
              <a:ext cx="685800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27A46E2-DB16-C46E-A435-ED37031EF2B2}"/>
                </a:ext>
              </a:extLst>
            </p:cNvPr>
            <p:cNvSpPr txBox="1"/>
            <p:nvPr/>
          </p:nvSpPr>
          <p:spPr>
            <a:xfrm>
              <a:off x="8564606" y="8687467"/>
              <a:ext cx="277640" cy="6853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B6173787-D541-C642-63F0-A6C285428D49}"/>
                </a:ext>
              </a:extLst>
            </p:cNvPr>
            <p:cNvGrpSpPr/>
            <p:nvPr/>
          </p:nvGrpSpPr>
          <p:grpSpPr>
            <a:xfrm>
              <a:off x="8535721" y="6896969"/>
              <a:ext cx="329184" cy="329184"/>
              <a:chOff x="8807528" y="1732742"/>
              <a:chExt cx="460172" cy="463449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CA8D4B5-C334-A850-367E-E3D33CFB3E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0500" y="1732742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3DC637B7-8A01-F3BC-AF8E-CEDADF8438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07528" y="1738991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9B5FBF3E-E5C1-F077-3FB9-E4044BE8D4BB}"/>
                </a:ext>
              </a:extLst>
            </p:cNvPr>
            <p:cNvGrpSpPr/>
            <p:nvPr/>
          </p:nvGrpSpPr>
          <p:grpSpPr>
            <a:xfrm>
              <a:off x="2795839" y="6528748"/>
              <a:ext cx="914400" cy="4177897"/>
              <a:chOff x="1522564" y="1465597"/>
              <a:chExt cx="914400" cy="4177897"/>
            </a:xfrm>
            <a:solidFill>
              <a:srgbClr val="00FDFF"/>
            </a:solidFill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1F793200-0E5D-0999-A585-B0508F1AF700}"/>
                  </a:ext>
                </a:extLst>
              </p:cNvPr>
              <p:cNvSpPr/>
              <p:nvPr/>
            </p:nvSpPr>
            <p:spPr>
              <a:xfrm>
                <a:off x="1522564" y="1465597"/>
                <a:ext cx="914400" cy="2258061"/>
              </a:xfrm>
              <a:prstGeom prst="roundRect">
                <a:avLst/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1</a:t>
                </a:r>
              </a:p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2</a:t>
                </a:r>
              </a:p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3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i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53E86318-1643-BAB2-67ED-2D81809EE8FC}"/>
                  </a:ext>
                </a:extLst>
              </p:cNvPr>
              <p:cNvSpPr/>
              <p:nvPr/>
            </p:nvSpPr>
            <p:spPr>
              <a:xfrm>
                <a:off x="1522564" y="3211645"/>
                <a:ext cx="914400" cy="685801"/>
              </a:xfrm>
              <a:prstGeom prst="roundRect">
                <a:avLst>
                  <a:gd name="adj" fmla="val 0"/>
                </a:avLst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i="1" baseline="-25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62" name="Rounded Rectangle 161">
                <a:extLst>
                  <a:ext uri="{FF2B5EF4-FFF2-40B4-BE49-F238E27FC236}">
                    <a16:creationId xmlns:a16="http://schemas.microsoft.com/office/drawing/2014/main" id="{0C47C7FE-1CEF-A30F-E461-986FD2C8FE70}"/>
                  </a:ext>
                </a:extLst>
              </p:cNvPr>
              <p:cNvSpPr/>
              <p:nvPr/>
            </p:nvSpPr>
            <p:spPr>
              <a:xfrm>
                <a:off x="1522564" y="4041453"/>
                <a:ext cx="914400" cy="250724"/>
              </a:xfrm>
              <a:prstGeom prst="roundRect">
                <a:avLst>
                  <a:gd name="adj" fmla="val 0"/>
                </a:avLst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i="1" baseline="-25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24" name="Rounded Rectangle 123">
                <a:extLst>
                  <a:ext uri="{FF2B5EF4-FFF2-40B4-BE49-F238E27FC236}">
                    <a16:creationId xmlns:a16="http://schemas.microsoft.com/office/drawing/2014/main" id="{784DCB18-8A7B-8CAB-338D-DCD7FA67346C}"/>
                  </a:ext>
                </a:extLst>
              </p:cNvPr>
              <p:cNvSpPr/>
              <p:nvPr/>
            </p:nvSpPr>
            <p:spPr>
              <a:xfrm>
                <a:off x="1522564" y="4066558"/>
                <a:ext cx="914400" cy="1576936"/>
              </a:xfrm>
              <a:prstGeom prst="roundRect">
                <a:avLst/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1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i="1" baseline="-25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D744AC2-F44A-4750-E3BA-64CD2EBFDFFE}"/>
                </a:ext>
              </a:extLst>
            </p:cNvPr>
            <p:cNvSpPr txBox="1"/>
            <p:nvPr/>
          </p:nvSpPr>
          <p:spPr>
            <a:xfrm>
              <a:off x="2520306" y="5981518"/>
              <a:ext cx="146546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Input Layer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7101E307-4604-B71F-D124-A67D3898A4B1}"/>
                </a:ext>
              </a:extLst>
            </p:cNvPr>
            <p:cNvSpPr txBox="1"/>
            <p:nvPr/>
          </p:nvSpPr>
          <p:spPr>
            <a:xfrm>
              <a:off x="4788815" y="5981518"/>
              <a:ext cx="15808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LSTM Layer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134AE11C-4904-87C1-93F1-0401DF93ECBC}"/>
                </a:ext>
              </a:extLst>
            </p:cNvPr>
            <p:cNvSpPr txBox="1"/>
            <p:nvPr/>
          </p:nvSpPr>
          <p:spPr>
            <a:xfrm>
              <a:off x="7099127" y="5981518"/>
              <a:ext cx="163858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Dense Layer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DCC60632-A70D-6309-B39D-3AD490C498F2}"/>
                </a:ext>
              </a:extLst>
            </p:cNvPr>
            <p:cNvSpPr txBox="1"/>
            <p:nvPr/>
          </p:nvSpPr>
          <p:spPr>
            <a:xfrm>
              <a:off x="9413544" y="5981518"/>
              <a:ext cx="166423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Output Layer</a:t>
              </a:r>
            </a:p>
          </p:txBody>
        </p:sp>
        <p:sp>
          <p:nvSpPr>
            <p:cNvPr id="268" name="Left Bracket 267">
              <a:extLst>
                <a:ext uri="{FF2B5EF4-FFF2-40B4-BE49-F238E27FC236}">
                  <a16:creationId xmlns:a16="http://schemas.microsoft.com/office/drawing/2014/main" id="{44F0879F-9EE0-3896-66B1-0690331BA255}"/>
                </a:ext>
              </a:extLst>
            </p:cNvPr>
            <p:cNvSpPr/>
            <p:nvPr/>
          </p:nvSpPr>
          <p:spPr>
            <a:xfrm>
              <a:off x="1329801" y="7657778"/>
              <a:ext cx="1280146" cy="2248841"/>
            </a:xfrm>
            <a:prstGeom prst="leftBracket">
              <a:avLst>
                <a:gd name="adj" fmla="val 11711"/>
              </a:avLst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7C085D62-4DBA-98D5-544A-EC4FDDE5947C}"/>
                </a:ext>
              </a:extLst>
            </p:cNvPr>
            <p:cNvSpPr txBox="1"/>
            <p:nvPr/>
          </p:nvSpPr>
          <p:spPr>
            <a:xfrm rot="16200000">
              <a:off x="1275588" y="9552676"/>
              <a:ext cx="1539203" cy="707886"/>
            </a:xfrm>
            <a:prstGeom prst="rect">
              <a:avLst/>
            </a:prstGeom>
            <a:solidFill>
              <a:srgbClr val="F8F8F8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Static Basin</a:t>
              </a:r>
            </a:p>
            <a:p>
              <a:pPr algn="ctr"/>
              <a:r>
                <a:rPr lang="en-US" sz="2000" dirty="0">
                  <a:latin typeface="Helvetica" pitchFamily="2" charset="0"/>
                </a:rPr>
                <a:t> Attributes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5565022E-849A-0EFD-403D-ABCA1A664E0A}"/>
                </a:ext>
              </a:extLst>
            </p:cNvPr>
            <p:cNvSpPr txBox="1"/>
            <p:nvPr/>
          </p:nvSpPr>
          <p:spPr>
            <a:xfrm rot="16200000">
              <a:off x="783979" y="7314544"/>
              <a:ext cx="2522421" cy="707886"/>
            </a:xfrm>
            <a:prstGeom prst="rect">
              <a:avLst/>
            </a:prstGeom>
            <a:solidFill>
              <a:srgbClr val="F8F8F8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Climate Time-series </a:t>
              </a:r>
            </a:p>
            <a:p>
              <a:pPr algn="ctr"/>
              <a:r>
                <a:rPr lang="en-US" sz="2000" dirty="0">
                  <a:latin typeface="Helvetica" pitchFamily="2" charset="0"/>
                </a:rPr>
                <a:t>Sequence</a:t>
              </a:r>
            </a:p>
          </p:txBody>
        </p: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11ACD8B1-263C-C1EF-4E77-1F0A00889D2D}"/>
                </a:ext>
              </a:extLst>
            </p:cNvPr>
            <p:cNvSpPr txBox="1"/>
            <p:nvPr/>
          </p:nvSpPr>
          <p:spPr>
            <a:xfrm rot="16200000">
              <a:off x="195573" y="8551365"/>
              <a:ext cx="1688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Helvetica" pitchFamily="2" charset="0"/>
                </a:rPr>
                <a:t>Input Data</a:t>
              </a:r>
            </a:p>
          </p:txBody>
        </p: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F6851429-4BF4-7ACD-97C0-EE347B7CCE40}"/>
                </a:ext>
              </a:extLst>
            </p:cNvPr>
            <p:cNvCxnSpPr>
              <a:cxnSpLocks/>
            </p:cNvCxnSpPr>
            <p:nvPr/>
          </p:nvCxnSpPr>
          <p:spPr>
            <a:xfrm>
              <a:off x="7484507" y="10029852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990046A4-72FA-257A-1E24-9BC886F963FB}"/>
                </a:ext>
              </a:extLst>
            </p:cNvPr>
            <p:cNvCxnSpPr>
              <a:cxnSpLocks/>
              <a:stCxn id="41" idx="7"/>
              <a:endCxn id="132" idx="3"/>
            </p:cNvCxnSpPr>
            <p:nvPr/>
          </p:nvCxnSpPr>
          <p:spPr>
            <a:xfrm flipV="1">
              <a:off x="7396718" y="8288431"/>
              <a:ext cx="1064241" cy="14769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95B5571E-49EB-0132-8F4A-BECF8B7DC970}"/>
              </a:ext>
            </a:extLst>
          </p:cNvPr>
          <p:cNvSpPr/>
          <p:nvPr/>
        </p:nvSpPr>
        <p:spPr>
          <a:xfrm>
            <a:off x="8390812" y="3203524"/>
            <a:ext cx="1371600" cy="1371600"/>
          </a:xfrm>
          <a:prstGeom prst="roundRect">
            <a:avLst/>
          </a:prstGeom>
          <a:solidFill>
            <a:srgbClr val="FFFC00"/>
          </a:solidFill>
          <a:ln w="76200">
            <a:solidFill>
              <a:srgbClr val="FFF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Output Layer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B16F8287-02C3-B118-6789-8BE460EAF475}"/>
              </a:ext>
            </a:extLst>
          </p:cNvPr>
          <p:cNvCxnSpPr>
            <a:cxnSpLocks/>
            <a:stCxn id="176" idx="3"/>
            <a:endCxn id="177" idx="1"/>
          </p:cNvCxnSpPr>
          <p:nvPr/>
        </p:nvCxnSpPr>
        <p:spPr>
          <a:xfrm>
            <a:off x="7736605" y="3889324"/>
            <a:ext cx="65420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938E259E-B46D-6234-428E-5967190770A7}"/>
              </a:ext>
            </a:extLst>
          </p:cNvPr>
          <p:cNvSpPr/>
          <p:nvPr/>
        </p:nvSpPr>
        <p:spPr>
          <a:xfrm>
            <a:off x="6365005" y="3203524"/>
            <a:ext cx="1371600" cy="13716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Dense Layer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D54D9432-6F90-98C7-CFEE-64D66F2E6951}"/>
              </a:ext>
            </a:extLst>
          </p:cNvPr>
          <p:cNvCxnSpPr>
            <a:cxnSpLocks/>
            <a:stCxn id="175" idx="3"/>
            <a:endCxn id="176" idx="1"/>
          </p:cNvCxnSpPr>
          <p:nvPr/>
        </p:nvCxnSpPr>
        <p:spPr>
          <a:xfrm>
            <a:off x="5710797" y="3889324"/>
            <a:ext cx="65420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011A538A-F6EB-BB7E-38A3-412E7A1DF485}"/>
              </a:ext>
            </a:extLst>
          </p:cNvPr>
          <p:cNvSpPr/>
          <p:nvPr/>
        </p:nvSpPr>
        <p:spPr>
          <a:xfrm>
            <a:off x="2313389" y="3203524"/>
            <a:ext cx="1371600" cy="1371600"/>
          </a:xfrm>
          <a:prstGeom prst="roundRect">
            <a:avLst/>
          </a:prstGeom>
          <a:solidFill>
            <a:srgbClr val="00FDFF"/>
          </a:solidFill>
          <a:ln w="76200">
            <a:solidFill>
              <a:srgbClr val="00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Input Layer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46C6672A-CC9D-3164-5DFD-E19C4E25B13F}"/>
              </a:ext>
            </a:extLst>
          </p:cNvPr>
          <p:cNvCxnSpPr>
            <a:cxnSpLocks/>
            <a:endCxn id="174" idx="1"/>
          </p:cNvCxnSpPr>
          <p:nvPr/>
        </p:nvCxnSpPr>
        <p:spPr>
          <a:xfrm>
            <a:off x="570996" y="3886524"/>
            <a:ext cx="1742393" cy="28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FBDD1C04-D8CD-927F-A603-84CA2BBAE4C6}"/>
              </a:ext>
            </a:extLst>
          </p:cNvPr>
          <p:cNvSpPr/>
          <p:nvPr/>
        </p:nvSpPr>
        <p:spPr>
          <a:xfrm>
            <a:off x="4017459" y="2944001"/>
            <a:ext cx="2012826" cy="78649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93ABB4B0-77FF-CAF4-8D68-DA31E6AA02CB}"/>
              </a:ext>
            </a:extLst>
          </p:cNvPr>
          <p:cNvSpPr/>
          <p:nvPr/>
        </p:nvSpPr>
        <p:spPr>
          <a:xfrm>
            <a:off x="4339197" y="3203524"/>
            <a:ext cx="1371600" cy="1371600"/>
          </a:xfrm>
          <a:prstGeom prst="roundRect">
            <a:avLst/>
          </a:prstGeom>
          <a:solidFill>
            <a:srgbClr val="8EFA00"/>
          </a:solidFill>
          <a:ln w="76200">
            <a:solidFill>
              <a:srgbClr val="8E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LSTM Layer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04B0B670-D9A3-B578-4B31-8FE11651ECDC}"/>
              </a:ext>
            </a:extLst>
          </p:cNvPr>
          <p:cNvCxnSpPr>
            <a:cxnSpLocks/>
          </p:cNvCxnSpPr>
          <p:nvPr/>
        </p:nvCxnSpPr>
        <p:spPr>
          <a:xfrm>
            <a:off x="4239941" y="3730525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D5F8BDD4-7D2A-7B87-8F8C-6C44AA8ABC7D}"/>
              </a:ext>
            </a:extLst>
          </p:cNvPr>
          <p:cNvCxnSpPr>
            <a:cxnSpLocks/>
          </p:cNvCxnSpPr>
          <p:nvPr/>
        </p:nvCxnSpPr>
        <p:spPr>
          <a:xfrm>
            <a:off x="3684989" y="3889324"/>
            <a:ext cx="65420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00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89A526-7D6A-4D93-EC8B-B2650E1B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41">
            <a:extLst>
              <a:ext uri="{FF2B5EF4-FFF2-40B4-BE49-F238E27FC236}">
                <a16:creationId xmlns:a16="http://schemas.microsoft.com/office/drawing/2014/main" id="{15543762-DFDA-2E2B-978F-4A5E9F0B9BC9}"/>
              </a:ext>
            </a:extLst>
          </p:cNvPr>
          <p:cNvSpPr>
            <a:spLocks/>
          </p:cNvSpPr>
          <p:nvPr/>
        </p:nvSpPr>
        <p:spPr>
          <a:xfrm>
            <a:off x="472502" y="5506579"/>
            <a:ext cx="11246996" cy="5740493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9098DC80-5886-89E3-4E4C-E16D5F301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89679" y="2439363"/>
            <a:ext cx="8366760" cy="2490428"/>
          </a:xfrm>
          <a:prstGeom prst="rect">
            <a:avLst/>
          </a:prstGeom>
          <a:solidFill>
            <a:srgbClr val="F8F8F8"/>
          </a:solidFill>
          <a:ln w="28575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6" name="Rounded Rectangle 195">
            <a:extLst>
              <a:ext uri="{FF2B5EF4-FFF2-40B4-BE49-F238E27FC236}">
                <a16:creationId xmlns:a16="http://schemas.microsoft.com/office/drawing/2014/main" id="{AAA20C5B-0420-41D2-DBEA-6813D54CF6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17459" y="2944001"/>
            <a:ext cx="2012826" cy="78649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11" name="Rounded Rectangle 210">
            <a:extLst>
              <a:ext uri="{FF2B5EF4-FFF2-40B4-BE49-F238E27FC236}">
                <a16:creationId xmlns:a16="http://schemas.microsoft.com/office/drawing/2014/main" id="{382519C9-D34C-A9FC-0EC0-36DBF525E1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6051" y="1803934"/>
            <a:ext cx="9469019" cy="208682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solidFill>
                <a:schemeClr val="tx1"/>
              </a:solidFill>
              <a:latin typeface="Helvetica" pitchFamily="2" charset="0"/>
            </a:endParaRPr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E2FBFA36-CB8D-855A-0FFD-97575912C78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9762411" y="3901684"/>
            <a:ext cx="18288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0" name="TextBox 189">
            <a:extLst>
              <a:ext uri="{FF2B5EF4-FFF2-40B4-BE49-F238E27FC236}">
                <a16:creationId xmlns:a16="http://schemas.microsoft.com/office/drawing/2014/main" id="{F24D0E4B-60D7-90D8-0565-57ED65510C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21691" y="1944740"/>
            <a:ext cx="31486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Recurrent Neural Network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67A1D5F5-7256-C9A6-9112-3C4E9B0D85B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69073" y="2574679"/>
            <a:ext cx="11095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Memory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ACE030A3-5864-6C85-F901-D7AEAB991C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2280" y="3886524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Helvetica" pitchFamily="2" charset="0"/>
              </a:rPr>
              <a:t>Input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895B258-5441-59DD-0273-4A3AE790B5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393633" y="3886523"/>
            <a:ext cx="119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Helvetica" pitchFamily="2" charset="0"/>
              </a:rPr>
              <a:t>Output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AEBD329-C4FC-199B-FB3E-D2941A8DBCA3}"/>
              </a:ext>
            </a:extLst>
          </p:cNvPr>
          <p:cNvCxnSpPr>
            <a:cxnSpLocks/>
          </p:cNvCxnSpPr>
          <p:nvPr/>
        </p:nvCxnSpPr>
        <p:spPr>
          <a:xfrm flipV="1">
            <a:off x="472502" y="4929791"/>
            <a:ext cx="1417177" cy="575349"/>
          </a:xfrm>
          <a:prstGeom prst="line">
            <a:avLst/>
          </a:prstGeom>
          <a:ln w="28575" cap="flat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593D6D75-6675-6312-8A31-EDE1A71C09A8}"/>
              </a:ext>
            </a:extLst>
          </p:cNvPr>
          <p:cNvCxnSpPr>
            <a:cxnSpLocks/>
          </p:cNvCxnSpPr>
          <p:nvPr/>
        </p:nvCxnSpPr>
        <p:spPr>
          <a:xfrm flipH="1" flipV="1">
            <a:off x="10256439" y="4929791"/>
            <a:ext cx="1463059" cy="565866"/>
          </a:xfrm>
          <a:prstGeom prst="line">
            <a:avLst/>
          </a:prstGeom>
          <a:ln w="28575" cap="flat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E8667421-AE08-5918-5EBE-D7443394A6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90812" y="3203524"/>
            <a:ext cx="1371600" cy="1371600"/>
          </a:xfrm>
          <a:prstGeom prst="roundRect">
            <a:avLst/>
          </a:prstGeom>
          <a:solidFill>
            <a:srgbClr val="FFFC00"/>
          </a:solidFill>
          <a:ln w="76200">
            <a:solidFill>
              <a:srgbClr val="FFF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Output Layer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32365D64-9A77-391F-30A0-E06387908671}"/>
              </a:ext>
            </a:extLst>
          </p:cNvPr>
          <p:cNvCxnSpPr>
            <a:cxnSpLocks noGrp="1" noRot="1" noMove="1" noResize="1" noEditPoints="1" noAdjustHandles="1" noChangeArrowheads="1" noChangeShapeType="1"/>
            <a:stCxn id="176" idx="3"/>
            <a:endCxn id="177" idx="1"/>
          </p:cNvCxnSpPr>
          <p:nvPr/>
        </p:nvCxnSpPr>
        <p:spPr>
          <a:xfrm>
            <a:off x="7736605" y="3889324"/>
            <a:ext cx="65420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F731F5C9-8AC8-A218-0F52-626076F130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65005" y="3203524"/>
            <a:ext cx="1371600" cy="13716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762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Dense Layer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9FA95558-79FD-2459-380E-5A3052627196}"/>
              </a:ext>
            </a:extLst>
          </p:cNvPr>
          <p:cNvCxnSpPr>
            <a:cxnSpLocks noGrp="1" noRot="1" noMove="1" noResize="1" noEditPoints="1" noAdjustHandles="1" noChangeArrowheads="1" noChangeShapeType="1"/>
            <a:stCxn id="175" idx="3"/>
            <a:endCxn id="176" idx="1"/>
          </p:cNvCxnSpPr>
          <p:nvPr/>
        </p:nvCxnSpPr>
        <p:spPr>
          <a:xfrm>
            <a:off x="5710797" y="3889324"/>
            <a:ext cx="65420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A8A04D95-C93E-4E1C-D341-D641D03DF3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39197" y="3203524"/>
            <a:ext cx="1371600" cy="1371600"/>
          </a:xfrm>
          <a:prstGeom prst="roundRect">
            <a:avLst/>
          </a:prstGeom>
          <a:solidFill>
            <a:srgbClr val="8EFA00"/>
          </a:solidFill>
          <a:ln w="76200">
            <a:solidFill>
              <a:srgbClr val="8EFA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LSTM Layer</a:t>
            </a:r>
          </a:p>
        </p:txBody>
      </p: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73BA375-2581-6191-8C83-A45B17A5E40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239941" y="3730525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9FB6EC78-7D3B-BE49-93C0-E4EABF57AA8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3684989" y="3889324"/>
            <a:ext cx="654208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80A72BAA-9089-C9E2-67A5-6C6ADCF02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3389" y="3203524"/>
            <a:ext cx="1371600" cy="1371600"/>
          </a:xfrm>
          <a:prstGeom prst="roundRect">
            <a:avLst/>
          </a:prstGeom>
          <a:solidFill>
            <a:srgbClr val="00FDFF"/>
          </a:solidFill>
          <a:ln w="76200">
            <a:solidFill>
              <a:srgbClr val="00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solidFill>
                  <a:schemeClr val="tx1"/>
                </a:solidFill>
                <a:latin typeface="Helvetica" pitchFamily="2" charset="0"/>
              </a:rPr>
              <a:t>Input Layer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F5B39BD3-7D75-DDFF-A1DC-2C81509D2347}"/>
              </a:ext>
            </a:extLst>
          </p:cNvPr>
          <p:cNvCxnSpPr>
            <a:cxnSpLocks noGrp="1" noRot="1" noMove="1" noResize="1" noEditPoints="1" noAdjustHandles="1" noChangeArrowheads="1" noChangeShapeType="1"/>
            <a:endCxn id="174" idx="1"/>
          </p:cNvCxnSpPr>
          <p:nvPr/>
        </p:nvCxnSpPr>
        <p:spPr>
          <a:xfrm>
            <a:off x="570996" y="3886524"/>
            <a:ext cx="1742393" cy="280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772896D-4FFF-2302-4D61-0C7C90093AF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>
            <a:off x="10755442" y="3203524"/>
            <a:ext cx="9925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228B813B-8283-6C9C-EC8B-3E2FF5B58CA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>
            <a:off x="10755442" y="3242251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6E0591-3960-9706-68E3-3B7414D1547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 flipH="1" flipV="1">
            <a:off x="1286423" y="3377812"/>
            <a:ext cx="9925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5B2ED17F-06C1-D3B6-E329-94B348BBDC0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 flipH="1" flipV="1">
            <a:off x="1286423" y="3334142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4B5744F-5BA1-553D-7988-C7CF1DBE642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>
            <a:off x="5983792" y="3341507"/>
            <a:ext cx="99256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1D0A5A0E-30A7-E580-1651-B9CBDB1867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rot="16200000">
            <a:off x="5980657" y="3383771"/>
            <a:ext cx="99256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B232DC5-2665-71CD-5C01-252CECF94056}"/>
              </a:ext>
            </a:extLst>
          </p:cNvPr>
          <p:cNvSpPr/>
          <p:nvPr/>
        </p:nvSpPr>
        <p:spPr>
          <a:xfrm>
            <a:off x="4687692" y="6600681"/>
            <a:ext cx="1280146" cy="4375719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8F18303-4C0A-2B55-A855-C72DC48E67F5}"/>
              </a:ext>
            </a:extLst>
          </p:cNvPr>
          <p:cNvSpPr/>
          <p:nvPr/>
        </p:nvSpPr>
        <p:spPr>
          <a:xfrm>
            <a:off x="6183165" y="6600681"/>
            <a:ext cx="2955608" cy="4375719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FF796F-CA90-710C-60CA-900F5BCCDD73}"/>
              </a:ext>
            </a:extLst>
          </p:cNvPr>
          <p:cNvGrpSpPr/>
          <p:nvPr/>
        </p:nvGrpSpPr>
        <p:grpSpPr>
          <a:xfrm>
            <a:off x="4989853" y="6882992"/>
            <a:ext cx="685800" cy="3638589"/>
            <a:chOff x="3901464" y="1154139"/>
            <a:chExt cx="685800" cy="3638589"/>
          </a:xfrm>
          <a:solidFill>
            <a:srgbClr val="8EFA00"/>
          </a:solidFill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C85ECB-3510-E05A-B6E1-90DB0BBAA438}"/>
                </a:ext>
              </a:extLst>
            </p:cNvPr>
            <p:cNvSpPr/>
            <p:nvPr/>
          </p:nvSpPr>
          <p:spPr>
            <a:xfrm>
              <a:off x="3901464" y="1154139"/>
              <a:ext cx="685800" cy="685800"/>
            </a:xfrm>
            <a:prstGeom prst="ellipse">
              <a:avLst/>
            </a:prstGeom>
            <a:grpFill/>
            <a:ln w="12700">
              <a:solidFill>
                <a:srgbClr val="8EFA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6CD3FD3-6076-A1C8-EE7C-440DE859660E}"/>
                </a:ext>
              </a:extLst>
            </p:cNvPr>
            <p:cNvSpPr/>
            <p:nvPr/>
          </p:nvSpPr>
          <p:spPr>
            <a:xfrm>
              <a:off x="3901464" y="2138542"/>
              <a:ext cx="685800" cy="685800"/>
            </a:xfrm>
            <a:prstGeom prst="ellipse">
              <a:avLst/>
            </a:prstGeom>
            <a:grpFill/>
            <a:ln w="12700">
              <a:solidFill>
                <a:srgbClr val="8EFA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4968DED-D871-C173-FDC5-A5BE9FFF7CBD}"/>
                </a:ext>
              </a:extLst>
            </p:cNvPr>
            <p:cNvSpPr/>
            <p:nvPr/>
          </p:nvSpPr>
          <p:spPr>
            <a:xfrm>
              <a:off x="3901464" y="4106928"/>
              <a:ext cx="685800" cy="685800"/>
            </a:xfrm>
            <a:prstGeom prst="ellipse">
              <a:avLst/>
            </a:prstGeom>
            <a:grpFill/>
            <a:ln w="12700">
              <a:solidFill>
                <a:srgbClr val="8EFA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5A9E9F0-4944-57B9-5A5B-F51268493538}"/>
                </a:ext>
              </a:extLst>
            </p:cNvPr>
            <p:cNvSpPr txBox="1"/>
            <p:nvPr/>
          </p:nvSpPr>
          <p:spPr>
            <a:xfrm>
              <a:off x="4105544" y="3122945"/>
              <a:ext cx="277640" cy="6853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3C6C79-8451-4902-9C81-13F89DC45538}"/>
              </a:ext>
            </a:extLst>
          </p:cNvPr>
          <p:cNvGrpSpPr/>
          <p:nvPr/>
        </p:nvGrpSpPr>
        <p:grpSpPr>
          <a:xfrm>
            <a:off x="6559861" y="6882992"/>
            <a:ext cx="685800" cy="3638589"/>
            <a:chOff x="3901464" y="1154139"/>
            <a:chExt cx="685800" cy="3638589"/>
          </a:xfrm>
          <a:solidFill>
            <a:schemeClr val="bg1">
              <a:lumMod val="85000"/>
            </a:schemeClr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F6D54D5-0E91-1CD2-A60C-36A6EA92A278}"/>
                </a:ext>
              </a:extLst>
            </p:cNvPr>
            <p:cNvSpPr/>
            <p:nvPr/>
          </p:nvSpPr>
          <p:spPr>
            <a:xfrm>
              <a:off x="3901464" y="1154139"/>
              <a:ext cx="685800" cy="685800"/>
            </a:xfrm>
            <a:prstGeom prst="ellipse">
              <a:avLst/>
            </a:prstGeom>
            <a:grpFill/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D0F0A90-24B6-4C8E-F30E-17AF0F997067}"/>
                </a:ext>
              </a:extLst>
            </p:cNvPr>
            <p:cNvSpPr/>
            <p:nvPr/>
          </p:nvSpPr>
          <p:spPr>
            <a:xfrm>
              <a:off x="3901464" y="2138542"/>
              <a:ext cx="685800" cy="685800"/>
            </a:xfrm>
            <a:prstGeom prst="ellipse">
              <a:avLst/>
            </a:prstGeom>
            <a:grpFill/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14D106D-51FF-40A6-ACC3-DD2E9A627C88}"/>
                </a:ext>
              </a:extLst>
            </p:cNvPr>
            <p:cNvSpPr/>
            <p:nvPr/>
          </p:nvSpPr>
          <p:spPr>
            <a:xfrm>
              <a:off x="3901464" y="4106928"/>
              <a:ext cx="685800" cy="685800"/>
            </a:xfrm>
            <a:prstGeom prst="ellipse">
              <a:avLst/>
            </a:prstGeom>
            <a:grpFill/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3EB9AC8-E67C-CD03-ECDD-E78F3E1AEE22}"/>
                </a:ext>
              </a:extLst>
            </p:cNvPr>
            <p:cNvSpPr txBox="1"/>
            <p:nvPr/>
          </p:nvSpPr>
          <p:spPr>
            <a:xfrm>
              <a:off x="4105544" y="3122945"/>
              <a:ext cx="277640" cy="6853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</p:txBody>
        </p:sp>
      </p:grpSp>
      <p:pic>
        <p:nvPicPr>
          <p:cNvPr id="67" name="Graphic 66" descr="Refresh outline">
            <a:extLst>
              <a:ext uri="{FF2B5EF4-FFF2-40B4-BE49-F238E27FC236}">
                <a16:creationId xmlns:a16="http://schemas.microsoft.com/office/drawing/2014/main" id="{C737DF27-8EF8-1501-8B86-B047D1CDB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4153" y="7008511"/>
            <a:ext cx="457200" cy="457200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C94F6AD-2E7E-154F-C0FF-D5B7B5A26EDA}"/>
              </a:ext>
            </a:extLst>
          </p:cNvPr>
          <p:cNvCxnSpPr>
            <a:cxnSpLocks/>
            <a:stCxn id="6" idx="6"/>
            <a:endCxn id="39" idx="2"/>
          </p:cNvCxnSpPr>
          <p:nvPr/>
        </p:nvCxnSpPr>
        <p:spPr>
          <a:xfrm>
            <a:off x="5675653" y="7225891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8" name="Graphic 67" descr="Refresh outline">
            <a:extLst>
              <a:ext uri="{FF2B5EF4-FFF2-40B4-BE49-F238E27FC236}">
                <a16:creationId xmlns:a16="http://schemas.microsoft.com/office/drawing/2014/main" id="{41145D30-E577-5BB9-EDBD-B0AA3D321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4153" y="7999090"/>
            <a:ext cx="457200" cy="457200"/>
          </a:xfrm>
          <a:prstGeom prst="rect">
            <a:avLst/>
          </a:prstGeom>
        </p:spPr>
      </p:pic>
      <p:pic>
        <p:nvPicPr>
          <p:cNvPr id="69" name="Graphic 68" descr="Refresh outline">
            <a:extLst>
              <a:ext uri="{FF2B5EF4-FFF2-40B4-BE49-F238E27FC236}">
                <a16:creationId xmlns:a16="http://schemas.microsoft.com/office/drawing/2014/main" id="{51EF7877-6527-A1E0-1B92-9AD82D827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4153" y="9961300"/>
            <a:ext cx="457200" cy="457200"/>
          </a:xfrm>
          <a:prstGeom prst="rect">
            <a:avLst/>
          </a:prstGeom>
        </p:spPr>
      </p:pic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498228A-E0B9-DA9B-94B9-42DA887DC3F8}"/>
              </a:ext>
            </a:extLst>
          </p:cNvPr>
          <p:cNvCxnSpPr>
            <a:cxnSpLocks/>
            <a:stCxn id="7" idx="6"/>
            <a:endCxn id="40" idx="2"/>
          </p:cNvCxnSpPr>
          <p:nvPr/>
        </p:nvCxnSpPr>
        <p:spPr>
          <a:xfrm>
            <a:off x="5675653" y="8210294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25A77C-36AB-E73C-0E29-CB34BC357950}"/>
              </a:ext>
            </a:extLst>
          </p:cNvPr>
          <p:cNvCxnSpPr>
            <a:cxnSpLocks/>
            <a:stCxn id="9" idx="6"/>
            <a:endCxn id="41" idx="2"/>
          </p:cNvCxnSpPr>
          <p:nvPr/>
        </p:nvCxnSpPr>
        <p:spPr>
          <a:xfrm>
            <a:off x="5675653" y="10178680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D5F871D-FC3C-D0CA-EE5A-64B5E2449196}"/>
              </a:ext>
            </a:extLst>
          </p:cNvPr>
          <p:cNvCxnSpPr>
            <a:cxnSpLocks/>
            <a:stCxn id="6" idx="6"/>
            <a:endCxn id="40" idx="1"/>
          </p:cNvCxnSpPr>
          <p:nvPr/>
        </p:nvCxnSpPr>
        <p:spPr>
          <a:xfrm>
            <a:off x="5675654" y="7225891"/>
            <a:ext cx="984641" cy="741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0852D26-91A6-F8E6-C58C-93410170A7FD}"/>
              </a:ext>
            </a:extLst>
          </p:cNvPr>
          <p:cNvCxnSpPr>
            <a:cxnSpLocks/>
            <a:stCxn id="6" idx="6"/>
            <a:endCxn id="41" idx="1"/>
          </p:cNvCxnSpPr>
          <p:nvPr/>
        </p:nvCxnSpPr>
        <p:spPr>
          <a:xfrm>
            <a:off x="5675654" y="7225891"/>
            <a:ext cx="984641" cy="271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8486207-67D9-E6D6-B86B-DE36AF3BAD53}"/>
              </a:ext>
            </a:extLst>
          </p:cNvPr>
          <p:cNvCxnSpPr>
            <a:cxnSpLocks/>
            <a:stCxn id="7" idx="6"/>
            <a:endCxn id="39" idx="3"/>
          </p:cNvCxnSpPr>
          <p:nvPr/>
        </p:nvCxnSpPr>
        <p:spPr>
          <a:xfrm flipV="1">
            <a:off x="5675654" y="7468358"/>
            <a:ext cx="984641" cy="741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CA40A53-9FDE-C811-CCF5-8D571733CB7F}"/>
              </a:ext>
            </a:extLst>
          </p:cNvPr>
          <p:cNvCxnSpPr>
            <a:cxnSpLocks/>
            <a:stCxn id="7" idx="6"/>
            <a:endCxn id="41" idx="1"/>
          </p:cNvCxnSpPr>
          <p:nvPr/>
        </p:nvCxnSpPr>
        <p:spPr>
          <a:xfrm>
            <a:off x="5675654" y="8210295"/>
            <a:ext cx="984641" cy="172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707D8F06-27C0-AF6A-A8D8-B6F12B1A049A}"/>
              </a:ext>
            </a:extLst>
          </p:cNvPr>
          <p:cNvCxnSpPr>
            <a:cxnSpLocks/>
            <a:stCxn id="9" idx="6"/>
            <a:endCxn id="39" idx="3"/>
          </p:cNvCxnSpPr>
          <p:nvPr/>
        </p:nvCxnSpPr>
        <p:spPr>
          <a:xfrm flipV="1">
            <a:off x="5675654" y="7468358"/>
            <a:ext cx="984641" cy="271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6AB9D4BE-D983-7E6C-E313-E01263074886}"/>
              </a:ext>
            </a:extLst>
          </p:cNvPr>
          <p:cNvCxnSpPr>
            <a:cxnSpLocks/>
            <a:stCxn id="9" idx="6"/>
            <a:endCxn id="40" idx="3"/>
          </p:cNvCxnSpPr>
          <p:nvPr/>
        </p:nvCxnSpPr>
        <p:spPr>
          <a:xfrm flipV="1">
            <a:off x="5675654" y="8452762"/>
            <a:ext cx="984641" cy="172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CF53B045-6264-DE2E-C5E3-E4CF1CE8B836}"/>
              </a:ext>
            </a:extLst>
          </p:cNvPr>
          <p:cNvCxnSpPr>
            <a:cxnSpLocks/>
          </p:cNvCxnSpPr>
          <p:nvPr/>
        </p:nvCxnSpPr>
        <p:spPr>
          <a:xfrm>
            <a:off x="7224828" y="8232317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F6CA75E-9DE9-857F-4BE7-DFCC82E17267}"/>
              </a:ext>
            </a:extLst>
          </p:cNvPr>
          <p:cNvCxnSpPr>
            <a:cxnSpLocks/>
          </p:cNvCxnSpPr>
          <p:nvPr/>
        </p:nvCxnSpPr>
        <p:spPr>
          <a:xfrm>
            <a:off x="7224829" y="7247914"/>
            <a:ext cx="984641" cy="741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709F938-8E94-64A1-762A-247BBCB67A3C}"/>
              </a:ext>
            </a:extLst>
          </p:cNvPr>
          <p:cNvCxnSpPr>
            <a:cxnSpLocks/>
          </p:cNvCxnSpPr>
          <p:nvPr/>
        </p:nvCxnSpPr>
        <p:spPr>
          <a:xfrm>
            <a:off x="7224829" y="7247914"/>
            <a:ext cx="984641" cy="271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8B58AA22-5E2B-9565-2F22-B0B995E73EC5}"/>
              </a:ext>
            </a:extLst>
          </p:cNvPr>
          <p:cNvCxnSpPr>
            <a:cxnSpLocks/>
          </p:cNvCxnSpPr>
          <p:nvPr/>
        </p:nvCxnSpPr>
        <p:spPr>
          <a:xfrm>
            <a:off x="7224829" y="8232318"/>
            <a:ext cx="984641" cy="172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Oval 130">
            <a:extLst>
              <a:ext uri="{FF2B5EF4-FFF2-40B4-BE49-F238E27FC236}">
                <a16:creationId xmlns:a16="http://schemas.microsoft.com/office/drawing/2014/main" id="{4576D2A0-8103-45FA-5BC2-6D3BF0AF94A7}"/>
              </a:ext>
            </a:extLst>
          </p:cNvPr>
          <p:cNvSpPr/>
          <p:nvPr/>
        </p:nvSpPr>
        <p:spPr>
          <a:xfrm>
            <a:off x="8109036" y="6889499"/>
            <a:ext cx="685800" cy="6858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2F4D01AD-F913-EE95-963E-EF5E0DDC8B0A}"/>
              </a:ext>
            </a:extLst>
          </p:cNvPr>
          <p:cNvSpPr/>
          <p:nvPr/>
        </p:nvSpPr>
        <p:spPr>
          <a:xfrm>
            <a:off x="8109036" y="7873902"/>
            <a:ext cx="685800" cy="6858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D43D4507-44C4-13DA-98F8-81315278DE4B}"/>
              </a:ext>
            </a:extLst>
          </p:cNvPr>
          <p:cNvSpPr/>
          <p:nvPr/>
        </p:nvSpPr>
        <p:spPr>
          <a:xfrm>
            <a:off x="8109036" y="9842288"/>
            <a:ext cx="685800" cy="6858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itchFamily="2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4736A1C-8484-913F-A807-0C67242F217E}"/>
              </a:ext>
            </a:extLst>
          </p:cNvPr>
          <p:cNvSpPr txBox="1"/>
          <p:nvPr/>
        </p:nvSpPr>
        <p:spPr>
          <a:xfrm>
            <a:off x="8313116" y="8858305"/>
            <a:ext cx="277640" cy="68538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>
              <a:lnSpc>
                <a:spcPct val="50000"/>
              </a:lnSpc>
            </a:pPr>
            <a:r>
              <a:rPr lang="en-US" sz="2400" b="1" dirty="0">
                <a:latin typeface="Helvetica" pitchFamily="2" charset="0"/>
              </a:rPr>
              <a:t>.</a:t>
            </a:r>
          </a:p>
          <a:p>
            <a:pPr algn="ctr">
              <a:lnSpc>
                <a:spcPct val="50000"/>
              </a:lnSpc>
            </a:pPr>
            <a:r>
              <a:rPr lang="en-US" sz="2400" b="1" dirty="0">
                <a:latin typeface="Helvetica" pitchFamily="2" charset="0"/>
              </a:rPr>
              <a:t>.</a:t>
            </a:r>
          </a:p>
          <a:p>
            <a:pPr algn="ctr">
              <a:lnSpc>
                <a:spcPct val="50000"/>
              </a:lnSpc>
            </a:pPr>
            <a:r>
              <a:rPr lang="en-US" sz="2400" b="1" dirty="0">
                <a:latin typeface="Helvetica" pitchFamily="2" charset="0"/>
              </a:rPr>
              <a:t>.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780B4B41-D4E5-EFA2-105A-E4AADDE9B15C}"/>
              </a:ext>
            </a:extLst>
          </p:cNvPr>
          <p:cNvGrpSpPr/>
          <p:nvPr/>
        </p:nvGrpSpPr>
        <p:grpSpPr>
          <a:xfrm>
            <a:off x="8284231" y="7067807"/>
            <a:ext cx="329184" cy="329184"/>
            <a:chOff x="8807528" y="1732742"/>
            <a:chExt cx="460172" cy="463449"/>
          </a:xfrm>
        </p:grpSpPr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7D230C88-9295-006F-59F7-01654305AA67}"/>
                </a:ext>
              </a:extLst>
            </p:cNvPr>
            <p:cNvCxnSpPr>
              <a:cxnSpLocks/>
            </p:cNvCxnSpPr>
            <p:nvPr/>
          </p:nvCxnSpPr>
          <p:spPr>
            <a:xfrm>
              <a:off x="8810500" y="1732742"/>
              <a:ext cx="45720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4FFAF0A-DAC5-1A27-1D4F-FF8419B127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7528" y="1738991"/>
              <a:ext cx="457200" cy="457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52B2726B-C1FA-AC71-233F-22AAC76B2001}"/>
              </a:ext>
            </a:extLst>
          </p:cNvPr>
          <p:cNvSpPr txBox="1"/>
          <p:nvPr/>
        </p:nvSpPr>
        <p:spPr>
          <a:xfrm>
            <a:off x="2429603" y="5666428"/>
            <a:ext cx="1169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Helvetica" pitchFamily="2" charset="0"/>
              </a:rPr>
              <a:t>Input Layer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EBACFC8-6D26-5B62-7279-8A9555A3BDFE}"/>
              </a:ext>
            </a:extLst>
          </p:cNvPr>
          <p:cNvSpPr txBox="1"/>
          <p:nvPr/>
        </p:nvSpPr>
        <p:spPr>
          <a:xfrm>
            <a:off x="4687692" y="5666428"/>
            <a:ext cx="12622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Helvetica" pitchFamily="2" charset="0"/>
              </a:rPr>
              <a:t>LSTM Layer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9A7580A5-4C2F-2F29-AF5D-79ACC51266F9}"/>
              </a:ext>
            </a:extLst>
          </p:cNvPr>
          <p:cNvSpPr txBox="1"/>
          <p:nvPr/>
        </p:nvSpPr>
        <p:spPr>
          <a:xfrm>
            <a:off x="6991592" y="5666428"/>
            <a:ext cx="131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Helvetica" pitchFamily="2" charset="0"/>
              </a:rPr>
              <a:t>Dense Layer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1DEB814-0CBC-2AAC-A722-080D4FB131B3}"/>
              </a:ext>
            </a:extLst>
          </p:cNvPr>
          <p:cNvSpPr txBox="1"/>
          <p:nvPr/>
        </p:nvSpPr>
        <p:spPr>
          <a:xfrm>
            <a:off x="9302804" y="5666428"/>
            <a:ext cx="13318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latin typeface="Helvetica" pitchFamily="2" charset="0"/>
              </a:rPr>
              <a:t>Output Layer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CAD5EE76-DA17-F332-D232-7C1219A8F20F}"/>
              </a:ext>
            </a:extLst>
          </p:cNvPr>
          <p:cNvSpPr txBox="1"/>
          <p:nvPr/>
        </p:nvSpPr>
        <p:spPr>
          <a:xfrm rot="16200000">
            <a:off x="-55917" y="8722203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Helvetica" pitchFamily="2" charset="0"/>
              </a:rPr>
              <a:t>Input Data</a:t>
            </a:r>
          </a:p>
        </p:txBody>
      </p: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D661B59B-849D-F38C-A6AD-4E2B678DC489}"/>
              </a:ext>
            </a:extLst>
          </p:cNvPr>
          <p:cNvCxnSpPr>
            <a:cxnSpLocks/>
          </p:cNvCxnSpPr>
          <p:nvPr/>
        </p:nvCxnSpPr>
        <p:spPr>
          <a:xfrm>
            <a:off x="7233017" y="10200690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A08888EF-B462-477D-3C15-7D3DE722AE04}"/>
              </a:ext>
            </a:extLst>
          </p:cNvPr>
          <p:cNvCxnSpPr>
            <a:cxnSpLocks/>
            <a:stCxn id="41" idx="7"/>
            <a:endCxn id="132" idx="3"/>
          </p:cNvCxnSpPr>
          <p:nvPr/>
        </p:nvCxnSpPr>
        <p:spPr>
          <a:xfrm flipV="1">
            <a:off x="7145228" y="8459269"/>
            <a:ext cx="1064241" cy="14769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5B824F-B853-FA54-A46C-BB8EC68EE16D}"/>
              </a:ext>
            </a:extLst>
          </p:cNvPr>
          <p:cNvSpPr/>
          <p:nvPr/>
        </p:nvSpPr>
        <p:spPr>
          <a:xfrm rot="16200000">
            <a:off x="709162" y="8186260"/>
            <a:ext cx="2248840" cy="151053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37CAEE87-704F-EC8B-957B-BDA109A31114}"/>
              </a:ext>
            </a:extLst>
          </p:cNvPr>
          <p:cNvSpPr/>
          <p:nvPr/>
        </p:nvSpPr>
        <p:spPr>
          <a:xfrm>
            <a:off x="2361476" y="6600667"/>
            <a:ext cx="1280146" cy="4375732"/>
          </a:xfrm>
          <a:prstGeom prst="rect">
            <a:avLst/>
          </a:prstGeom>
          <a:solidFill>
            <a:srgbClr val="F8F8F8"/>
          </a:solidFill>
          <a:ln w="1905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5D2D194-A127-2027-5173-F38A90CE5183}"/>
              </a:ext>
            </a:extLst>
          </p:cNvPr>
          <p:cNvGrpSpPr/>
          <p:nvPr/>
        </p:nvGrpSpPr>
        <p:grpSpPr>
          <a:xfrm>
            <a:off x="2544349" y="6699586"/>
            <a:ext cx="914400" cy="4177897"/>
            <a:chOff x="1522564" y="1465597"/>
            <a:chExt cx="914400" cy="4177897"/>
          </a:xfrm>
          <a:solidFill>
            <a:srgbClr val="00FDFF"/>
          </a:solidFill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D06D180-DDF2-5E63-DCEB-ED946F85B297}"/>
                </a:ext>
              </a:extLst>
            </p:cNvPr>
            <p:cNvSpPr/>
            <p:nvPr/>
          </p:nvSpPr>
          <p:spPr>
            <a:xfrm>
              <a:off x="1522564" y="1465597"/>
              <a:ext cx="914400" cy="2258061"/>
            </a:xfrm>
            <a:prstGeom prst="roundRect">
              <a:avLst/>
            </a:prstGeom>
            <a:grpFill/>
            <a:ln w="12700">
              <a:solidFill>
                <a:srgbClr val="00F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>
                  <a:solidFill>
                    <a:schemeClr val="tx1"/>
                  </a:solidFill>
                  <a:latin typeface="Helvetica" pitchFamily="2" charset="0"/>
                </a:rPr>
                <a:t>1</a:t>
              </a:r>
            </a:p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>
                  <a:solidFill>
                    <a:schemeClr val="tx1"/>
                  </a:solidFill>
                  <a:latin typeface="Helvetica" pitchFamily="2" charset="0"/>
                </a:rPr>
                <a:t>2</a:t>
              </a:r>
            </a:p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>
                  <a:solidFill>
                    <a:schemeClr val="tx1"/>
                  </a:solidFill>
                  <a:latin typeface="Helvetica" pitchFamily="2" charset="0"/>
                </a:rPr>
                <a:t>3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.</a:t>
              </a:r>
            </a:p>
            <a:p>
              <a:pPr algn="ctr"/>
              <a:r>
                <a:rPr lang="en-US" sz="2400" i="1" dirty="0" err="1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 err="1">
                  <a:solidFill>
                    <a:schemeClr val="tx1"/>
                  </a:solidFill>
                  <a:latin typeface="Helvetica" pitchFamily="2" charset="0"/>
                </a:rPr>
                <a:t>n</a:t>
              </a:r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61" name="Rounded Rectangle 160">
              <a:extLst>
                <a:ext uri="{FF2B5EF4-FFF2-40B4-BE49-F238E27FC236}">
                  <a16:creationId xmlns:a16="http://schemas.microsoft.com/office/drawing/2014/main" id="{A7AEF0E1-84B2-307D-F8AA-6EA315FB3CDE}"/>
                </a:ext>
              </a:extLst>
            </p:cNvPr>
            <p:cNvSpPr/>
            <p:nvPr/>
          </p:nvSpPr>
          <p:spPr>
            <a:xfrm>
              <a:off x="1522564" y="3211645"/>
              <a:ext cx="914400" cy="685801"/>
            </a:xfrm>
            <a:prstGeom prst="roundRect">
              <a:avLst>
                <a:gd name="adj" fmla="val 0"/>
              </a:avLst>
            </a:prstGeom>
            <a:grpFill/>
            <a:ln w="12700">
              <a:solidFill>
                <a:srgbClr val="00F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 err="1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 err="1">
                  <a:solidFill>
                    <a:schemeClr val="tx1"/>
                  </a:solidFill>
                  <a:latin typeface="Helvetica" pitchFamily="2" charset="0"/>
                </a:rPr>
                <a:t>n</a:t>
              </a:r>
              <a:endParaRPr lang="en-US" sz="2400" i="1" baseline="-250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62" name="Rounded Rectangle 161">
              <a:extLst>
                <a:ext uri="{FF2B5EF4-FFF2-40B4-BE49-F238E27FC236}">
                  <a16:creationId xmlns:a16="http://schemas.microsoft.com/office/drawing/2014/main" id="{25148672-9C72-827D-5A39-C63F01ED70F0}"/>
                </a:ext>
              </a:extLst>
            </p:cNvPr>
            <p:cNvSpPr/>
            <p:nvPr/>
          </p:nvSpPr>
          <p:spPr>
            <a:xfrm>
              <a:off x="1522564" y="4041453"/>
              <a:ext cx="914400" cy="250724"/>
            </a:xfrm>
            <a:prstGeom prst="roundRect">
              <a:avLst>
                <a:gd name="adj" fmla="val 0"/>
              </a:avLst>
            </a:prstGeom>
            <a:grpFill/>
            <a:ln w="12700">
              <a:solidFill>
                <a:srgbClr val="00F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baseline="-250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24" name="Rounded Rectangle 123">
              <a:extLst>
                <a:ext uri="{FF2B5EF4-FFF2-40B4-BE49-F238E27FC236}">
                  <a16:creationId xmlns:a16="http://schemas.microsoft.com/office/drawing/2014/main" id="{3D3C1621-3B8F-CD81-8951-EF97D72924EF}"/>
                </a:ext>
              </a:extLst>
            </p:cNvPr>
            <p:cNvSpPr/>
            <p:nvPr/>
          </p:nvSpPr>
          <p:spPr>
            <a:xfrm>
              <a:off x="1522564" y="4066558"/>
              <a:ext cx="914400" cy="1576936"/>
            </a:xfrm>
            <a:prstGeom prst="roundRect">
              <a:avLst/>
            </a:prstGeom>
            <a:grpFill/>
            <a:ln w="12700">
              <a:solidFill>
                <a:srgbClr val="00F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>
                  <a:solidFill>
                    <a:schemeClr val="tx1"/>
                  </a:solidFill>
                  <a:latin typeface="Helvetica" pitchFamily="2" charset="0"/>
                </a:rPr>
                <a:t>1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.</a:t>
              </a:r>
            </a:p>
            <a:p>
              <a:pPr algn="ctr"/>
              <a:r>
                <a:rPr lang="en-US" sz="2400" i="1" dirty="0" err="1">
                  <a:solidFill>
                    <a:schemeClr val="tx1"/>
                  </a:solidFill>
                  <a:latin typeface="Helvetica" pitchFamily="2" charset="0"/>
                </a:rPr>
                <a:t>x</a:t>
              </a:r>
              <a:r>
                <a:rPr lang="en-US" sz="2400" i="1" baseline="-25000" dirty="0" err="1">
                  <a:solidFill>
                    <a:schemeClr val="tx1"/>
                  </a:solidFill>
                  <a:latin typeface="Helvetica" pitchFamily="2" charset="0"/>
                </a:rPr>
                <a:t>n</a:t>
              </a:r>
              <a:endParaRPr lang="en-US" sz="2400" i="1" baseline="-25000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0D8355-F87D-2070-EB9B-3443CCB271BA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3458749" y="7225892"/>
            <a:ext cx="1531104" cy="6027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96D4815-CCC5-944C-1AB5-CAEC6A1FC9D7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>
            <a:off x="3458749" y="7828616"/>
            <a:ext cx="1531104" cy="381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5D5CF7-5FBE-22C1-B024-25503F87E3EC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3458750" y="7828617"/>
            <a:ext cx="1631537" cy="2107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3B412960-24BA-B4B4-A576-E4126ACA77C8}"/>
              </a:ext>
            </a:extLst>
          </p:cNvPr>
          <p:cNvSpPr txBox="1"/>
          <p:nvPr/>
        </p:nvSpPr>
        <p:spPr>
          <a:xfrm rot="16200000">
            <a:off x="1024098" y="9723514"/>
            <a:ext cx="1539203" cy="707886"/>
          </a:xfrm>
          <a:prstGeom prst="rect">
            <a:avLst/>
          </a:prstGeom>
          <a:solidFill>
            <a:srgbClr val="F8F8F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Static Basin</a:t>
            </a:r>
          </a:p>
          <a:p>
            <a:pPr algn="ctr"/>
            <a:r>
              <a:rPr lang="en-US" sz="2000" dirty="0">
                <a:latin typeface="Helvetica" pitchFamily="2" charset="0"/>
              </a:rPr>
              <a:t> Attributes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557E98F-11E2-DD77-AE40-FED71611AB99}"/>
              </a:ext>
            </a:extLst>
          </p:cNvPr>
          <p:cNvSpPr txBox="1"/>
          <p:nvPr/>
        </p:nvSpPr>
        <p:spPr>
          <a:xfrm rot="16200000">
            <a:off x="532489" y="7485382"/>
            <a:ext cx="2522421" cy="707886"/>
          </a:xfrm>
          <a:prstGeom prst="rect">
            <a:avLst/>
          </a:prstGeom>
          <a:solidFill>
            <a:srgbClr val="F8F8F8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Climate Time-series </a:t>
            </a:r>
          </a:p>
          <a:p>
            <a:pPr algn="ctr"/>
            <a:r>
              <a:rPr lang="en-US" sz="2000" dirty="0">
                <a:latin typeface="Helvetica" pitchFamily="2" charset="0"/>
              </a:rPr>
              <a:t>Sequence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B7F7EA-63EB-FF92-C67C-4F5EF4191941}"/>
              </a:ext>
            </a:extLst>
          </p:cNvPr>
          <p:cNvSpPr txBox="1"/>
          <p:nvPr/>
        </p:nvSpPr>
        <p:spPr>
          <a:xfrm rot="5400000">
            <a:off x="10808100" y="8699184"/>
            <a:ext cx="11913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Helvetica" pitchFamily="2" charset="0"/>
              </a:rPr>
              <a:t>Output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73872D-A61D-2C3E-D766-589C7A36525A}"/>
              </a:ext>
            </a:extLst>
          </p:cNvPr>
          <p:cNvSpPr/>
          <p:nvPr/>
        </p:nvSpPr>
        <p:spPr>
          <a:xfrm rot="5400000">
            <a:off x="9233997" y="8186260"/>
            <a:ext cx="2248839" cy="151053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i="1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DF238DD-8783-0211-7D08-532C17B001D1}"/>
              </a:ext>
            </a:extLst>
          </p:cNvPr>
          <p:cNvSpPr/>
          <p:nvPr/>
        </p:nvSpPr>
        <p:spPr>
          <a:xfrm>
            <a:off x="9354099" y="6600668"/>
            <a:ext cx="1280146" cy="4375719"/>
          </a:xfrm>
          <a:prstGeom prst="rect">
            <a:avLst/>
          </a:prstGeom>
          <a:solidFill>
            <a:srgbClr val="F8F8F8"/>
          </a:solidFill>
          <a:ln w="1905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854A496-4785-8782-8FEA-418FC1F33464}"/>
              </a:ext>
            </a:extLst>
          </p:cNvPr>
          <p:cNvGrpSpPr/>
          <p:nvPr/>
        </p:nvGrpSpPr>
        <p:grpSpPr>
          <a:xfrm>
            <a:off x="9695267" y="6889487"/>
            <a:ext cx="685800" cy="3638589"/>
            <a:chOff x="3901464" y="1154139"/>
            <a:chExt cx="685800" cy="3638589"/>
          </a:xfrm>
          <a:solidFill>
            <a:srgbClr val="FFFC00"/>
          </a:solidFill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FDA5A1E-9094-D8FA-D53E-50AB5DB4AE2C}"/>
                </a:ext>
              </a:extLst>
            </p:cNvPr>
            <p:cNvSpPr/>
            <p:nvPr/>
          </p:nvSpPr>
          <p:spPr>
            <a:xfrm>
              <a:off x="3901464" y="1154139"/>
              <a:ext cx="685800" cy="685800"/>
            </a:xfrm>
            <a:prstGeom prst="ellipse">
              <a:avLst/>
            </a:prstGeom>
            <a:grpFill/>
            <a:ln w="12700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ŷ</a:t>
              </a:r>
              <a:r>
                <a:rPr lang="en-US" sz="2400" i="1" baseline="-25000" dirty="0">
                  <a:solidFill>
                    <a:schemeClr val="tx1"/>
                  </a:solidFill>
                  <a:latin typeface="Helvetica" pitchFamily="2" charset="0"/>
                </a:rPr>
                <a:t>1</a:t>
              </a:r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4F5213F7-BF5A-5835-78E0-22C7DF8BB50C}"/>
                </a:ext>
              </a:extLst>
            </p:cNvPr>
            <p:cNvSpPr/>
            <p:nvPr/>
          </p:nvSpPr>
          <p:spPr>
            <a:xfrm>
              <a:off x="3901464" y="2138542"/>
              <a:ext cx="685800" cy="685800"/>
            </a:xfrm>
            <a:prstGeom prst="ellipse">
              <a:avLst/>
            </a:prstGeom>
            <a:grpFill/>
            <a:ln w="12700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ŷ</a:t>
              </a:r>
              <a:r>
                <a:rPr lang="en-US" sz="2400" i="1" baseline="-25000" dirty="0">
                  <a:solidFill>
                    <a:schemeClr val="tx1"/>
                  </a:solidFill>
                  <a:latin typeface="Helvetica" pitchFamily="2" charset="0"/>
                </a:rPr>
                <a:t>2</a:t>
              </a:r>
              <a:endParaRPr lang="en-US" sz="2400" dirty="0">
                <a:latin typeface="Helvetica" pitchFamily="2" charset="0"/>
              </a:endParaRPr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14E5F1A-504A-590D-A87A-E17D6D256443}"/>
                </a:ext>
              </a:extLst>
            </p:cNvPr>
            <p:cNvSpPr/>
            <p:nvPr/>
          </p:nvSpPr>
          <p:spPr>
            <a:xfrm>
              <a:off x="3901464" y="4106928"/>
              <a:ext cx="685800" cy="685800"/>
            </a:xfrm>
            <a:prstGeom prst="ellipse">
              <a:avLst/>
            </a:prstGeom>
            <a:solidFill>
              <a:srgbClr val="FFFC00"/>
            </a:solidFill>
            <a:ln w="12700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2400" i="1" dirty="0" err="1">
                  <a:solidFill>
                    <a:schemeClr val="tx1"/>
                  </a:solidFill>
                  <a:latin typeface="Helvetica" pitchFamily="2" charset="0"/>
                </a:rPr>
                <a:t>ŷ</a:t>
              </a:r>
              <a:r>
                <a:rPr lang="en-US" sz="2400" i="1" baseline="-25000" dirty="0" err="1">
                  <a:solidFill>
                    <a:schemeClr val="tx1"/>
                  </a:solidFill>
                  <a:latin typeface="Helvetica" pitchFamily="2" charset="0"/>
                </a:rPr>
                <a:t>n</a:t>
              </a:r>
              <a:endParaRPr lang="en-US" sz="2400" dirty="0">
                <a:latin typeface="Helvetica" pitchFamily="2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78CB7D3-E248-6F3F-0320-2DBA357DE958}"/>
                </a:ext>
              </a:extLst>
            </p:cNvPr>
            <p:cNvSpPr txBox="1"/>
            <p:nvPr/>
          </p:nvSpPr>
          <p:spPr>
            <a:xfrm>
              <a:off x="4105544" y="3122945"/>
              <a:ext cx="277640" cy="685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</p:txBody>
        </p:sp>
      </p:grp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872A7F4-53D8-6BF2-1CA2-CEFBB554A8D4}"/>
              </a:ext>
            </a:extLst>
          </p:cNvPr>
          <p:cNvCxnSpPr>
            <a:cxnSpLocks/>
          </p:cNvCxnSpPr>
          <p:nvPr/>
        </p:nvCxnSpPr>
        <p:spPr>
          <a:xfrm>
            <a:off x="8811059" y="8232304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5D8DF5EE-4CD7-CA82-2ACB-086F7F52CED0}"/>
              </a:ext>
            </a:extLst>
          </p:cNvPr>
          <p:cNvCxnSpPr>
            <a:cxnSpLocks/>
          </p:cNvCxnSpPr>
          <p:nvPr/>
        </p:nvCxnSpPr>
        <p:spPr>
          <a:xfrm>
            <a:off x="8811059" y="10200690"/>
            <a:ext cx="8842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7F7F0E5-ED90-CB87-6425-8474DF77E6BD}"/>
              </a:ext>
            </a:extLst>
          </p:cNvPr>
          <p:cNvCxnSpPr>
            <a:cxnSpLocks/>
          </p:cNvCxnSpPr>
          <p:nvPr/>
        </p:nvCxnSpPr>
        <p:spPr>
          <a:xfrm flipV="1">
            <a:off x="8811060" y="7490368"/>
            <a:ext cx="984641" cy="7419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60F29B9-CA15-C1D6-DF20-C92E18EF2845}"/>
              </a:ext>
            </a:extLst>
          </p:cNvPr>
          <p:cNvCxnSpPr>
            <a:cxnSpLocks/>
          </p:cNvCxnSpPr>
          <p:nvPr/>
        </p:nvCxnSpPr>
        <p:spPr>
          <a:xfrm>
            <a:off x="8811060" y="8232305"/>
            <a:ext cx="984641" cy="172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B71AE65-280B-5189-0816-1BA80EF3C652}"/>
              </a:ext>
            </a:extLst>
          </p:cNvPr>
          <p:cNvCxnSpPr>
            <a:cxnSpLocks/>
          </p:cNvCxnSpPr>
          <p:nvPr/>
        </p:nvCxnSpPr>
        <p:spPr>
          <a:xfrm flipV="1">
            <a:off x="8811060" y="7490368"/>
            <a:ext cx="984641" cy="2710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59EF641-4585-D700-72AC-D022201B2476}"/>
              </a:ext>
            </a:extLst>
          </p:cNvPr>
          <p:cNvCxnSpPr>
            <a:cxnSpLocks/>
          </p:cNvCxnSpPr>
          <p:nvPr/>
        </p:nvCxnSpPr>
        <p:spPr>
          <a:xfrm flipV="1">
            <a:off x="8811060" y="8474772"/>
            <a:ext cx="984641" cy="1725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889484A-41B5-A070-7518-6F8908295657}"/>
              </a:ext>
            </a:extLst>
          </p:cNvPr>
          <p:cNvSpPr txBox="1"/>
          <p:nvPr/>
        </p:nvSpPr>
        <p:spPr>
          <a:xfrm>
            <a:off x="7624409" y="10671235"/>
            <a:ext cx="16220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Helvetica" pitchFamily="2" charset="0"/>
              </a:rPr>
              <a:t>X</a:t>
            </a:r>
            <a:r>
              <a:rPr lang="en-US" sz="1800" i="1" dirty="0">
                <a:latin typeface="Helvetica" pitchFamily="2" charset="0"/>
              </a:rPr>
              <a:t> = dropout</a:t>
            </a:r>
          </a:p>
        </p:txBody>
      </p:sp>
    </p:spTree>
    <p:extLst>
      <p:ext uri="{BB962C8B-B14F-4D97-AF65-F5344CB8AC3E}">
        <p14:creationId xmlns:p14="http://schemas.microsoft.com/office/powerpoint/2010/main" val="4267086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870C-CFF5-42F5-93C0-BEBF22F5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08FC5FC-7758-C7F9-5FB2-E6E871FC4151}"/>
              </a:ext>
            </a:extLst>
          </p:cNvPr>
          <p:cNvGrpSpPr/>
          <p:nvPr/>
        </p:nvGrpSpPr>
        <p:grpSpPr>
          <a:xfrm>
            <a:off x="243904" y="1645976"/>
            <a:ext cx="11704192" cy="9783973"/>
            <a:chOff x="243904" y="1645976"/>
            <a:chExt cx="11704192" cy="978397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862AAD-3829-4DFA-496B-76FD5B20A259}"/>
                </a:ext>
              </a:extLst>
            </p:cNvPr>
            <p:cNvSpPr>
              <a:spLocks/>
            </p:cNvSpPr>
            <p:nvPr/>
          </p:nvSpPr>
          <p:spPr>
            <a:xfrm>
              <a:off x="243904" y="1645976"/>
              <a:ext cx="11704192" cy="97839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697093B-9570-E869-A015-30A2E6AA688E}"/>
                </a:ext>
              </a:extLst>
            </p:cNvPr>
            <p:cNvSpPr>
              <a:spLocks/>
            </p:cNvSpPr>
            <p:nvPr/>
          </p:nvSpPr>
          <p:spPr>
            <a:xfrm>
              <a:off x="489098" y="4922874"/>
              <a:ext cx="11238614" cy="595424"/>
            </a:xfrm>
            <a:custGeom>
              <a:avLst/>
              <a:gdLst>
                <a:gd name="connsiteX0" fmla="*/ 1403497 w 11238614"/>
                <a:gd name="connsiteY0" fmla="*/ 0 h 595424"/>
                <a:gd name="connsiteX1" fmla="*/ 0 w 11238614"/>
                <a:gd name="connsiteY1" fmla="*/ 584791 h 595424"/>
                <a:gd name="connsiteX2" fmla="*/ 11238614 w 11238614"/>
                <a:gd name="connsiteY2" fmla="*/ 595424 h 595424"/>
                <a:gd name="connsiteX3" fmla="*/ 9771321 w 11238614"/>
                <a:gd name="connsiteY3" fmla="*/ 10633 h 595424"/>
                <a:gd name="connsiteX4" fmla="*/ 1403497 w 11238614"/>
                <a:gd name="connsiteY4" fmla="*/ 0 h 59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38614" h="595424">
                  <a:moveTo>
                    <a:pt x="1403497" y="0"/>
                  </a:moveTo>
                  <a:lnTo>
                    <a:pt x="0" y="584791"/>
                  </a:lnTo>
                  <a:lnTo>
                    <a:pt x="11238614" y="595424"/>
                  </a:lnTo>
                  <a:lnTo>
                    <a:pt x="9771321" y="10633"/>
                  </a:lnTo>
                  <a:lnTo>
                    <a:pt x="140349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946E0AA-511D-7E96-9436-BC38F901E120}"/>
                </a:ext>
              </a:extLst>
            </p:cNvPr>
            <p:cNvSpPr>
              <a:spLocks/>
            </p:cNvSpPr>
            <p:nvPr/>
          </p:nvSpPr>
          <p:spPr>
            <a:xfrm>
              <a:off x="472502" y="5506579"/>
              <a:ext cx="11246996" cy="5740493"/>
            </a:xfrm>
            <a:prstGeom prst="rect">
              <a:avLst/>
            </a:prstGeom>
            <a:solidFill>
              <a:srgbClr val="F8F8F8"/>
            </a:solidFill>
            <a:ln w="28575">
              <a:solidFill>
                <a:schemeClr val="tx1">
                  <a:lumMod val="65000"/>
                  <a:lumOff val="3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76049B14-D1C1-BB69-D967-5DC9720DFFCA}"/>
                </a:ext>
              </a:extLst>
            </p:cNvPr>
            <p:cNvSpPr>
              <a:spLocks/>
            </p:cNvSpPr>
            <p:nvPr/>
          </p:nvSpPr>
          <p:spPr>
            <a:xfrm>
              <a:off x="1889679" y="2439363"/>
              <a:ext cx="8366760" cy="2490428"/>
            </a:xfrm>
            <a:prstGeom prst="rect">
              <a:avLst/>
            </a:prstGeom>
            <a:solidFill>
              <a:srgbClr val="F8F8F8"/>
            </a:solidFill>
            <a:ln w="28575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ounded Rectangle 195">
              <a:extLst>
                <a:ext uri="{FF2B5EF4-FFF2-40B4-BE49-F238E27FC236}">
                  <a16:creationId xmlns:a16="http://schemas.microsoft.com/office/drawing/2014/main" id="{C6E3BA19-6FC5-61E6-42D0-E1C0E5B9A197}"/>
                </a:ext>
              </a:extLst>
            </p:cNvPr>
            <p:cNvSpPr>
              <a:spLocks/>
            </p:cNvSpPr>
            <p:nvPr/>
          </p:nvSpPr>
          <p:spPr>
            <a:xfrm>
              <a:off x="4017459" y="2944001"/>
              <a:ext cx="2012826" cy="786493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211" name="Rounded Rectangle 210">
              <a:extLst>
                <a:ext uri="{FF2B5EF4-FFF2-40B4-BE49-F238E27FC236}">
                  <a16:creationId xmlns:a16="http://schemas.microsoft.com/office/drawing/2014/main" id="{CFBFD7CF-669D-664B-B7C1-BF632B3D9300}"/>
                </a:ext>
              </a:extLst>
            </p:cNvPr>
            <p:cNvSpPr>
              <a:spLocks/>
            </p:cNvSpPr>
            <p:nvPr/>
          </p:nvSpPr>
          <p:spPr>
            <a:xfrm>
              <a:off x="1336051" y="1803934"/>
              <a:ext cx="9469019" cy="2086829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cxnSp>
          <p:nvCxnSpPr>
            <p:cNvPr id="187" name="Straight Arrow Connector 186">
              <a:extLst>
                <a:ext uri="{FF2B5EF4-FFF2-40B4-BE49-F238E27FC236}">
                  <a16:creationId xmlns:a16="http://schemas.microsoft.com/office/drawing/2014/main" id="{48626E08-B284-A05B-7D68-86B7D9106BBA}"/>
                </a:ext>
              </a:extLst>
            </p:cNvPr>
            <p:cNvCxnSpPr>
              <a:cxnSpLocks/>
            </p:cNvCxnSpPr>
            <p:nvPr/>
          </p:nvCxnSpPr>
          <p:spPr>
            <a:xfrm>
              <a:off x="9762411" y="3894104"/>
              <a:ext cx="182880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420AD5BC-8912-EFC9-5126-EABF754E52F5}"/>
                </a:ext>
              </a:extLst>
            </p:cNvPr>
            <p:cNvSpPr txBox="1">
              <a:spLocks/>
            </p:cNvSpPr>
            <p:nvPr/>
          </p:nvSpPr>
          <p:spPr>
            <a:xfrm>
              <a:off x="4521691" y="1944740"/>
              <a:ext cx="31486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Recurrent Neural Network</a:t>
              </a: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0931FF25-E78E-C676-1A0B-93D2994A1950}"/>
                </a:ext>
              </a:extLst>
            </p:cNvPr>
            <p:cNvSpPr txBox="1">
              <a:spLocks/>
            </p:cNvSpPr>
            <p:nvPr/>
          </p:nvSpPr>
          <p:spPr>
            <a:xfrm>
              <a:off x="4469073" y="2574679"/>
              <a:ext cx="11095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Memory</a:t>
              </a: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E296E86B-59E5-1E99-75BB-CBB14F032DE4}"/>
                </a:ext>
              </a:extLst>
            </p:cNvPr>
            <p:cNvSpPr txBox="1">
              <a:spLocks/>
            </p:cNvSpPr>
            <p:nvPr/>
          </p:nvSpPr>
          <p:spPr>
            <a:xfrm>
              <a:off x="572280" y="3886524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Helvetica" pitchFamily="2" charset="0"/>
                </a:rPr>
                <a:t>Input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D1CBFBAA-1CB8-8B22-6E47-79D2B5FAD130}"/>
                </a:ext>
              </a:extLst>
            </p:cNvPr>
            <p:cNvSpPr txBox="1">
              <a:spLocks/>
            </p:cNvSpPr>
            <p:nvPr/>
          </p:nvSpPr>
          <p:spPr>
            <a:xfrm>
              <a:off x="10393633" y="3886523"/>
              <a:ext cx="11913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Helvetica" pitchFamily="2" charset="0"/>
                </a:rPr>
                <a:t>Output</a:t>
              </a:r>
            </a:p>
          </p:txBody>
        </p: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B70AA9C4-E128-356B-CDA2-01CB0F6F10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502" y="4929791"/>
              <a:ext cx="1417177" cy="575349"/>
            </a:xfrm>
            <a:prstGeom prst="line">
              <a:avLst/>
            </a:prstGeom>
            <a:ln w="28575" cap="flat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3D5E37A4-DD81-5D95-008D-B1B12888C8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56439" y="4929791"/>
              <a:ext cx="1463059" cy="565866"/>
            </a:xfrm>
            <a:prstGeom prst="line">
              <a:avLst/>
            </a:prstGeom>
            <a:ln w="28575" cap="flat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Rounded Rectangle 176">
              <a:extLst>
                <a:ext uri="{FF2B5EF4-FFF2-40B4-BE49-F238E27FC236}">
                  <a16:creationId xmlns:a16="http://schemas.microsoft.com/office/drawing/2014/main" id="{3A1B0FDD-C744-70E9-72B5-64C6B0B631E1}"/>
                </a:ext>
              </a:extLst>
            </p:cNvPr>
            <p:cNvSpPr>
              <a:spLocks/>
            </p:cNvSpPr>
            <p:nvPr/>
          </p:nvSpPr>
          <p:spPr>
            <a:xfrm>
              <a:off x="8390812" y="3203524"/>
              <a:ext cx="1371600" cy="1371600"/>
            </a:xfrm>
            <a:prstGeom prst="roundRect">
              <a:avLst/>
            </a:prstGeom>
            <a:solidFill>
              <a:srgbClr val="FFFC00"/>
            </a:solidFill>
            <a:ln w="76200">
              <a:solidFill>
                <a:srgbClr val="FFFC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Output Layer</a:t>
              </a:r>
            </a:p>
          </p:txBody>
        </p:sp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ABE7C2F4-7F1C-CB4F-A0C6-CECEBD025F11}"/>
                </a:ext>
              </a:extLst>
            </p:cNvPr>
            <p:cNvCxnSpPr>
              <a:cxnSpLocks/>
            </p:cNvCxnSpPr>
            <p:nvPr/>
          </p:nvCxnSpPr>
          <p:spPr>
            <a:xfrm>
              <a:off x="7736605" y="3892414"/>
              <a:ext cx="654207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Rounded Rectangle 175">
              <a:extLst>
                <a:ext uri="{FF2B5EF4-FFF2-40B4-BE49-F238E27FC236}">
                  <a16:creationId xmlns:a16="http://schemas.microsoft.com/office/drawing/2014/main" id="{57E0A3C5-00F1-2067-EFBC-810C4D44867A}"/>
                </a:ext>
              </a:extLst>
            </p:cNvPr>
            <p:cNvSpPr>
              <a:spLocks/>
            </p:cNvSpPr>
            <p:nvPr/>
          </p:nvSpPr>
          <p:spPr>
            <a:xfrm>
              <a:off x="6365005" y="3203524"/>
              <a:ext cx="1371600" cy="13716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762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Dense Layer</a:t>
              </a:r>
            </a:p>
          </p:txBody>
        </p: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2CCB6907-5D4F-A7BF-E6B0-582F9650002B}"/>
                </a:ext>
              </a:extLst>
            </p:cNvPr>
            <p:cNvCxnSpPr>
              <a:cxnSpLocks/>
            </p:cNvCxnSpPr>
            <p:nvPr/>
          </p:nvCxnSpPr>
          <p:spPr>
            <a:xfrm>
              <a:off x="5710797" y="3892414"/>
              <a:ext cx="65420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5" name="Rounded Rectangle 174">
              <a:extLst>
                <a:ext uri="{FF2B5EF4-FFF2-40B4-BE49-F238E27FC236}">
                  <a16:creationId xmlns:a16="http://schemas.microsoft.com/office/drawing/2014/main" id="{E6CE437F-060A-A4C4-4CB2-03FAE618592B}"/>
                </a:ext>
              </a:extLst>
            </p:cNvPr>
            <p:cNvSpPr>
              <a:spLocks/>
            </p:cNvSpPr>
            <p:nvPr/>
          </p:nvSpPr>
          <p:spPr>
            <a:xfrm>
              <a:off x="4339197" y="3203524"/>
              <a:ext cx="1371600" cy="1371600"/>
            </a:xfrm>
            <a:prstGeom prst="roundRect">
              <a:avLst/>
            </a:prstGeom>
            <a:solidFill>
              <a:srgbClr val="8EFA00"/>
            </a:solidFill>
            <a:ln w="76200">
              <a:solidFill>
                <a:srgbClr val="8EFA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LSTM Layer</a:t>
              </a:r>
            </a:p>
          </p:txBody>
        </p:sp>
        <p:cxnSp>
          <p:nvCxnSpPr>
            <p:cNvPr id="199" name="Straight Arrow Connector 198">
              <a:extLst>
                <a:ext uri="{FF2B5EF4-FFF2-40B4-BE49-F238E27FC236}">
                  <a16:creationId xmlns:a16="http://schemas.microsoft.com/office/drawing/2014/main" id="{6C6A78D4-FC3C-57EC-ACC9-3B0D03A1774A}"/>
                </a:ext>
              </a:extLst>
            </p:cNvPr>
            <p:cNvCxnSpPr>
              <a:cxnSpLocks/>
            </p:cNvCxnSpPr>
            <p:nvPr/>
          </p:nvCxnSpPr>
          <p:spPr>
            <a:xfrm>
              <a:off x="4239941" y="3730525"/>
              <a:ext cx="9925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83895A63-31BD-5B61-2A15-DB4149BB5EB8}"/>
                </a:ext>
              </a:extLst>
            </p:cNvPr>
            <p:cNvCxnSpPr>
              <a:cxnSpLocks/>
            </p:cNvCxnSpPr>
            <p:nvPr/>
          </p:nvCxnSpPr>
          <p:spPr>
            <a:xfrm>
              <a:off x="3684989" y="3892414"/>
              <a:ext cx="654208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Rounded Rectangle 173">
              <a:extLst>
                <a:ext uri="{FF2B5EF4-FFF2-40B4-BE49-F238E27FC236}">
                  <a16:creationId xmlns:a16="http://schemas.microsoft.com/office/drawing/2014/main" id="{F115AB14-AA34-86E4-1669-12A8746400E6}"/>
                </a:ext>
              </a:extLst>
            </p:cNvPr>
            <p:cNvSpPr>
              <a:spLocks/>
            </p:cNvSpPr>
            <p:nvPr/>
          </p:nvSpPr>
          <p:spPr>
            <a:xfrm>
              <a:off x="2313389" y="3203524"/>
              <a:ext cx="1371600" cy="1371600"/>
            </a:xfrm>
            <a:prstGeom prst="roundRect">
              <a:avLst/>
            </a:prstGeom>
            <a:solidFill>
              <a:srgbClr val="00FDFF"/>
            </a:solidFill>
            <a:ln w="76200">
              <a:solidFill>
                <a:srgbClr val="00FD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i="1" dirty="0">
                  <a:solidFill>
                    <a:schemeClr val="tx1"/>
                  </a:solidFill>
                  <a:latin typeface="Helvetica" pitchFamily="2" charset="0"/>
                </a:rPr>
                <a:t>Input Layer</a:t>
              </a:r>
            </a:p>
          </p:txBody>
        </p: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91F92F60-C3B0-2FAF-7712-3758BBE10F08}"/>
                </a:ext>
              </a:extLst>
            </p:cNvPr>
            <p:cNvCxnSpPr>
              <a:cxnSpLocks/>
            </p:cNvCxnSpPr>
            <p:nvPr/>
          </p:nvCxnSpPr>
          <p:spPr>
            <a:xfrm>
              <a:off x="570996" y="3891014"/>
              <a:ext cx="1742393" cy="280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A1CCB7D-3B8E-4894-E528-2D6307BCF0C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755442" y="3203524"/>
              <a:ext cx="9925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2" name="Straight Arrow Connector 211">
              <a:extLst>
                <a:ext uri="{FF2B5EF4-FFF2-40B4-BE49-F238E27FC236}">
                  <a16:creationId xmlns:a16="http://schemas.microsoft.com/office/drawing/2014/main" id="{2DE0DE1A-1AF3-092A-6759-FEEDBB774343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0755442" y="3242251"/>
              <a:ext cx="9925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DEB0CED-D55D-7E73-878A-5889B43498C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286423" y="3377812"/>
              <a:ext cx="9925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3B70FF71-E030-BCEE-1A6A-243A62645FDE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1286423" y="3334142"/>
              <a:ext cx="9925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628E84B-7FCB-0274-48C9-226CE8D307F0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83792" y="3341507"/>
              <a:ext cx="99256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2" name="Straight Arrow Connector 201">
              <a:extLst>
                <a:ext uri="{FF2B5EF4-FFF2-40B4-BE49-F238E27FC236}">
                  <a16:creationId xmlns:a16="http://schemas.microsoft.com/office/drawing/2014/main" id="{BF075C24-7374-5B18-E063-244EAE4E55C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80657" y="3383771"/>
              <a:ext cx="9925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4BCA9A4-3F93-948B-813C-CD6F90CEE204}"/>
                </a:ext>
              </a:extLst>
            </p:cNvPr>
            <p:cNvSpPr txBox="1">
              <a:spLocks/>
            </p:cNvSpPr>
            <p:nvPr/>
          </p:nvSpPr>
          <p:spPr>
            <a:xfrm>
              <a:off x="2416615" y="10241243"/>
              <a:ext cx="11698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Helvetica" pitchFamily="2" charset="0"/>
                </a:rPr>
                <a:t>Input Layer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A5EC7C5-4856-0CAE-8A67-3E2624F686EF}"/>
                </a:ext>
              </a:extLst>
            </p:cNvPr>
            <p:cNvSpPr txBox="1">
              <a:spLocks/>
            </p:cNvSpPr>
            <p:nvPr/>
          </p:nvSpPr>
          <p:spPr>
            <a:xfrm>
              <a:off x="4697834" y="10241243"/>
              <a:ext cx="1262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Helvetica" pitchFamily="2" charset="0"/>
                </a:rPr>
                <a:t>LSTM Layer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48AED5DD-B2C1-5D5C-027D-9FB8C170272B}"/>
                </a:ext>
              </a:extLst>
            </p:cNvPr>
            <p:cNvSpPr txBox="1">
              <a:spLocks/>
            </p:cNvSpPr>
            <p:nvPr/>
          </p:nvSpPr>
          <p:spPr>
            <a:xfrm>
              <a:off x="7005921" y="10241243"/>
              <a:ext cx="13100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Helvetica" pitchFamily="2" charset="0"/>
                </a:rPr>
                <a:t>Dense Layer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B26AB70-1E08-7454-005C-C4C251E3BB54}"/>
                </a:ext>
              </a:extLst>
            </p:cNvPr>
            <p:cNvSpPr txBox="1">
              <a:spLocks/>
            </p:cNvSpPr>
            <p:nvPr/>
          </p:nvSpPr>
          <p:spPr>
            <a:xfrm>
              <a:off x="9323088" y="10241243"/>
              <a:ext cx="13318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i="1" dirty="0">
                  <a:latin typeface="Helvetica" pitchFamily="2" charset="0"/>
                </a:rPr>
                <a:t>Output Layer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38F4425-E56D-1540-F540-D3F0A5BF00C2}"/>
                </a:ext>
              </a:extLst>
            </p:cNvPr>
            <p:cNvSpPr>
              <a:spLocks/>
            </p:cNvSpPr>
            <p:nvPr/>
          </p:nvSpPr>
          <p:spPr>
            <a:xfrm>
              <a:off x="4688895" y="5735610"/>
              <a:ext cx="1280146" cy="4375719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051D286-1478-6767-38AB-9B7CB0C62621}"/>
                </a:ext>
              </a:extLst>
            </p:cNvPr>
            <p:cNvSpPr>
              <a:spLocks/>
            </p:cNvSpPr>
            <p:nvPr/>
          </p:nvSpPr>
          <p:spPr>
            <a:xfrm>
              <a:off x="6183165" y="5735610"/>
              <a:ext cx="2955608" cy="4375719"/>
            </a:xfrm>
            <a:prstGeom prst="rect">
              <a:avLst/>
            </a:prstGeom>
            <a:noFill/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4E74C3E-5200-985C-4A40-14AC82B2BE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4989853" y="6017921"/>
              <a:ext cx="685800" cy="3638589"/>
              <a:chOff x="3901464" y="1154139"/>
              <a:chExt cx="685800" cy="3638589"/>
            </a:xfrm>
            <a:solidFill>
              <a:srgbClr val="8EFA00"/>
            </a:solidFill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C24C561-D975-619A-1E14-15E893E373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1154139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8EFA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09D7B06-D3FC-B405-7408-45F742469A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2138542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8EFA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618B1AE-EE43-1B63-2672-4B26AD4626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4106928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8EFA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D847D4-4B49-8994-5BD6-A198F8992E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5544" y="3122945"/>
                <a:ext cx="277640" cy="685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E47B6FE-0058-1163-062E-13E3F114AB8F}"/>
                </a:ext>
              </a:extLst>
            </p:cNvPr>
            <p:cNvGrpSpPr>
              <a:grpSpLocks/>
            </p:cNvGrpSpPr>
            <p:nvPr/>
          </p:nvGrpSpPr>
          <p:grpSpPr>
            <a:xfrm>
              <a:off x="6559861" y="6017921"/>
              <a:ext cx="685800" cy="3638589"/>
              <a:chOff x="3901464" y="1154139"/>
              <a:chExt cx="685800" cy="3638589"/>
            </a:xfrm>
            <a:solidFill>
              <a:schemeClr val="bg1">
                <a:lumMod val="85000"/>
              </a:schemeClr>
            </a:solidFill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E942039-9C40-0941-4378-673B943775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1154139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7CBD554-9B33-1CC5-E153-DC651F0E1D6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2138542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5B7C1665-FB91-09A0-CCD7-7A795B20AB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4106928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D9D9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Helvetica" pitchFamily="2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6F70F5-5EA2-96E9-FA25-05E937CC4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5544" y="3122945"/>
                <a:ext cx="277640" cy="6853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</p:txBody>
          </p:sp>
        </p:grpSp>
        <p:pic>
          <p:nvPicPr>
            <p:cNvPr id="67" name="Graphic 66" descr="Refresh outline">
              <a:extLst>
                <a:ext uri="{FF2B5EF4-FFF2-40B4-BE49-F238E27FC236}">
                  <a16:creationId xmlns:a16="http://schemas.microsoft.com/office/drawing/2014/main" id="{5DBFCDF9-ADB1-549B-F85F-B9FC9D2E2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04153" y="6143440"/>
              <a:ext cx="457200" cy="457200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3CD8736-B6FE-7540-8F55-D54FAD584572}"/>
                </a:ext>
              </a:extLst>
            </p:cNvPr>
            <p:cNvCxnSpPr>
              <a:cxnSpLocks/>
              <a:stCxn id="6" idx="6"/>
              <a:endCxn id="39" idx="2"/>
            </p:cNvCxnSpPr>
            <p:nvPr/>
          </p:nvCxnSpPr>
          <p:spPr>
            <a:xfrm>
              <a:off x="5675653" y="6360820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8" name="Graphic 67" descr="Refresh outline">
              <a:extLst>
                <a:ext uri="{FF2B5EF4-FFF2-40B4-BE49-F238E27FC236}">
                  <a16:creationId xmlns:a16="http://schemas.microsoft.com/office/drawing/2014/main" id="{C12FCDD8-97DE-B109-5AC3-863372E5B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04153" y="7134019"/>
              <a:ext cx="457200" cy="457200"/>
            </a:xfrm>
            <a:prstGeom prst="rect">
              <a:avLst/>
            </a:prstGeom>
          </p:spPr>
        </p:pic>
        <p:pic>
          <p:nvPicPr>
            <p:cNvPr id="69" name="Graphic 68" descr="Refresh outline">
              <a:extLst>
                <a:ext uri="{FF2B5EF4-FFF2-40B4-BE49-F238E27FC236}">
                  <a16:creationId xmlns:a16="http://schemas.microsoft.com/office/drawing/2014/main" id="{B177DAAA-22EF-A6D8-7968-B2789C668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04153" y="9096229"/>
              <a:ext cx="457200" cy="457200"/>
            </a:xfrm>
            <a:prstGeom prst="rect">
              <a:avLst/>
            </a:prstGeom>
          </p:spPr>
        </p:pic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D7265C4C-5636-513F-769E-811291C37B0C}"/>
                </a:ext>
              </a:extLst>
            </p:cNvPr>
            <p:cNvCxnSpPr>
              <a:cxnSpLocks/>
              <a:stCxn id="7" idx="6"/>
              <a:endCxn id="40" idx="2"/>
            </p:cNvCxnSpPr>
            <p:nvPr/>
          </p:nvCxnSpPr>
          <p:spPr>
            <a:xfrm>
              <a:off x="5675653" y="7345223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BA4166C8-EF6F-EB37-45E2-6BAA5A6D80A6}"/>
                </a:ext>
              </a:extLst>
            </p:cNvPr>
            <p:cNvCxnSpPr>
              <a:cxnSpLocks/>
              <a:stCxn id="9" idx="6"/>
              <a:endCxn id="41" idx="2"/>
            </p:cNvCxnSpPr>
            <p:nvPr/>
          </p:nvCxnSpPr>
          <p:spPr>
            <a:xfrm>
              <a:off x="5675653" y="9313609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0ABCFC4-BAA5-B47B-0398-D2650F50D9C9}"/>
                </a:ext>
              </a:extLst>
            </p:cNvPr>
            <p:cNvCxnSpPr>
              <a:cxnSpLocks/>
              <a:stCxn id="6" idx="6"/>
              <a:endCxn id="40" idx="1"/>
            </p:cNvCxnSpPr>
            <p:nvPr/>
          </p:nvCxnSpPr>
          <p:spPr>
            <a:xfrm>
              <a:off x="5675654" y="6360820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46753EA-E9FC-76AA-CF9E-AE6148CAFA8A}"/>
                </a:ext>
              </a:extLst>
            </p:cNvPr>
            <p:cNvCxnSpPr>
              <a:cxnSpLocks/>
              <a:stCxn id="6" idx="6"/>
              <a:endCxn id="41" idx="1"/>
            </p:cNvCxnSpPr>
            <p:nvPr/>
          </p:nvCxnSpPr>
          <p:spPr>
            <a:xfrm>
              <a:off x="5675654" y="6360820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24DA4B23-52EE-7BE2-AA84-4FA489C3A7A2}"/>
                </a:ext>
              </a:extLst>
            </p:cNvPr>
            <p:cNvCxnSpPr>
              <a:cxnSpLocks/>
              <a:stCxn id="7" idx="6"/>
              <a:endCxn id="39" idx="3"/>
            </p:cNvCxnSpPr>
            <p:nvPr/>
          </p:nvCxnSpPr>
          <p:spPr>
            <a:xfrm flipV="1">
              <a:off x="5675654" y="6603287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0969E1C-EA07-E822-79DF-0435A9315C33}"/>
                </a:ext>
              </a:extLst>
            </p:cNvPr>
            <p:cNvCxnSpPr>
              <a:cxnSpLocks/>
              <a:stCxn id="7" idx="6"/>
              <a:endCxn id="41" idx="1"/>
            </p:cNvCxnSpPr>
            <p:nvPr/>
          </p:nvCxnSpPr>
          <p:spPr>
            <a:xfrm>
              <a:off x="5675654" y="7345224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B618887C-4E0D-3B53-35AB-6EE9C2D5D878}"/>
                </a:ext>
              </a:extLst>
            </p:cNvPr>
            <p:cNvCxnSpPr>
              <a:cxnSpLocks/>
              <a:stCxn id="9" idx="6"/>
              <a:endCxn id="39" idx="3"/>
            </p:cNvCxnSpPr>
            <p:nvPr/>
          </p:nvCxnSpPr>
          <p:spPr>
            <a:xfrm flipV="1">
              <a:off x="5675654" y="6603287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4DAEDF8-91AD-7232-FAA2-E4BE9DD5AA31}"/>
                </a:ext>
              </a:extLst>
            </p:cNvPr>
            <p:cNvCxnSpPr>
              <a:cxnSpLocks/>
              <a:stCxn id="9" idx="6"/>
              <a:endCxn id="40" idx="3"/>
            </p:cNvCxnSpPr>
            <p:nvPr/>
          </p:nvCxnSpPr>
          <p:spPr>
            <a:xfrm flipV="1">
              <a:off x="5675654" y="7587691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F261F1A9-AE5C-ED9A-E8A4-766FD2B0017C}"/>
                </a:ext>
              </a:extLst>
            </p:cNvPr>
            <p:cNvCxnSpPr>
              <a:cxnSpLocks/>
            </p:cNvCxnSpPr>
            <p:nvPr/>
          </p:nvCxnSpPr>
          <p:spPr>
            <a:xfrm>
              <a:off x="7224828" y="7367246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4613FCF6-CFE5-BDA3-9029-C116F88B8A32}"/>
                </a:ext>
              </a:extLst>
            </p:cNvPr>
            <p:cNvCxnSpPr>
              <a:cxnSpLocks/>
            </p:cNvCxnSpPr>
            <p:nvPr/>
          </p:nvCxnSpPr>
          <p:spPr>
            <a:xfrm>
              <a:off x="7224829" y="6382843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76C2B672-7F6F-E6A1-DABB-DC936877BA03}"/>
                </a:ext>
              </a:extLst>
            </p:cNvPr>
            <p:cNvCxnSpPr>
              <a:cxnSpLocks/>
            </p:cNvCxnSpPr>
            <p:nvPr/>
          </p:nvCxnSpPr>
          <p:spPr>
            <a:xfrm>
              <a:off x="7224829" y="6382843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4025D7ED-366F-7D59-7AB5-D243C1253026}"/>
                </a:ext>
              </a:extLst>
            </p:cNvPr>
            <p:cNvCxnSpPr>
              <a:cxnSpLocks/>
            </p:cNvCxnSpPr>
            <p:nvPr/>
          </p:nvCxnSpPr>
          <p:spPr>
            <a:xfrm>
              <a:off x="7224829" y="7367247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BE0EF29E-9AED-9394-4BB0-9351FEDF60C0}"/>
                </a:ext>
              </a:extLst>
            </p:cNvPr>
            <p:cNvSpPr>
              <a:spLocks/>
            </p:cNvSpPr>
            <p:nvPr/>
          </p:nvSpPr>
          <p:spPr>
            <a:xfrm>
              <a:off x="8109036" y="6024428"/>
              <a:ext cx="685800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4E831945-71DF-BBC3-B2A9-D39433CB4D16}"/>
                </a:ext>
              </a:extLst>
            </p:cNvPr>
            <p:cNvSpPr>
              <a:spLocks/>
            </p:cNvSpPr>
            <p:nvPr/>
          </p:nvSpPr>
          <p:spPr>
            <a:xfrm>
              <a:off x="8109036" y="7008831"/>
              <a:ext cx="685800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64567BAC-61E0-6B0A-FE7A-78AADD8C6CB5}"/>
                </a:ext>
              </a:extLst>
            </p:cNvPr>
            <p:cNvSpPr>
              <a:spLocks/>
            </p:cNvSpPr>
            <p:nvPr/>
          </p:nvSpPr>
          <p:spPr>
            <a:xfrm>
              <a:off x="8109036" y="8977217"/>
              <a:ext cx="685800" cy="6858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D9D9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itchFamily="2" charset="0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CDD73FB-5036-7DFD-6E7B-750750A8FC05}"/>
                </a:ext>
              </a:extLst>
            </p:cNvPr>
            <p:cNvSpPr txBox="1">
              <a:spLocks/>
            </p:cNvSpPr>
            <p:nvPr/>
          </p:nvSpPr>
          <p:spPr>
            <a:xfrm>
              <a:off x="8313116" y="7993234"/>
              <a:ext cx="277640" cy="6853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  <a:p>
              <a:pPr algn="ctr">
                <a:lnSpc>
                  <a:spcPct val="50000"/>
                </a:lnSpc>
              </a:pPr>
              <a:r>
                <a:rPr lang="en-US" sz="2400" b="1" dirty="0">
                  <a:latin typeface="Helvetica" pitchFamily="2" charset="0"/>
                </a:rPr>
                <a:t>.</a:t>
              </a:r>
            </a:p>
          </p:txBody>
        </p: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284C5C5A-2471-6292-FD19-C816F5B1BBDC}"/>
                </a:ext>
              </a:extLst>
            </p:cNvPr>
            <p:cNvGrpSpPr>
              <a:grpSpLocks/>
            </p:cNvGrpSpPr>
            <p:nvPr/>
          </p:nvGrpSpPr>
          <p:grpSpPr>
            <a:xfrm>
              <a:off x="8284231" y="6202736"/>
              <a:ext cx="329184" cy="329184"/>
              <a:chOff x="8807528" y="1732742"/>
              <a:chExt cx="460172" cy="463449"/>
            </a:xfrm>
          </p:grpSpPr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DB1E549C-0FB8-AA65-0172-9DE1BA1B3D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0500" y="1732742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F411FC03-A514-BCE8-869C-9946718AFF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07528" y="1738991"/>
                <a:ext cx="457200" cy="457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746EEDC3-B03F-A0CF-C497-54D427D30280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-55917" y="7857132"/>
              <a:ext cx="168828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Helvetica" pitchFamily="2" charset="0"/>
                </a:rPr>
                <a:t>Input Data</a:t>
              </a:r>
            </a:p>
          </p:txBody>
        </p: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9E5DFAE9-66B2-FBF5-F8A8-A07C9AFAB976}"/>
                </a:ext>
              </a:extLst>
            </p:cNvPr>
            <p:cNvCxnSpPr>
              <a:cxnSpLocks/>
            </p:cNvCxnSpPr>
            <p:nvPr/>
          </p:nvCxnSpPr>
          <p:spPr>
            <a:xfrm>
              <a:off x="7233017" y="9335619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77FF5934-E496-C2BE-E2B8-750E29425616}"/>
                </a:ext>
              </a:extLst>
            </p:cNvPr>
            <p:cNvCxnSpPr>
              <a:cxnSpLocks/>
              <a:stCxn id="41" idx="7"/>
              <a:endCxn id="132" idx="3"/>
            </p:cNvCxnSpPr>
            <p:nvPr/>
          </p:nvCxnSpPr>
          <p:spPr>
            <a:xfrm flipV="1">
              <a:off x="7145228" y="7594198"/>
              <a:ext cx="1064241" cy="14769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F674CE7-DCA6-DB4C-A40B-717046D5D500}"/>
                </a:ext>
              </a:extLst>
            </p:cNvPr>
            <p:cNvSpPr>
              <a:spLocks/>
            </p:cNvSpPr>
            <p:nvPr/>
          </p:nvSpPr>
          <p:spPr>
            <a:xfrm rot="16200000">
              <a:off x="709162" y="7321189"/>
              <a:ext cx="2248840" cy="151053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F7C8985-6200-2958-A213-A9F3681147EA}"/>
                </a:ext>
              </a:extLst>
            </p:cNvPr>
            <p:cNvSpPr>
              <a:spLocks/>
            </p:cNvSpPr>
            <p:nvPr/>
          </p:nvSpPr>
          <p:spPr>
            <a:xfrm>
              <a:off x="2361476" y="5735596"/>
              <a:ext cx="1280146" cy="4375732"/>
            </a:xfrm>
            <a:prstGeom prst="rect">
              <a:avLst/>
            </a:prstGeom>
            <a:solidFill>
              <a:srgbClr val="F8F8F8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6C649530-8671-CF90-33A6-13155ABD7621}"/>
                </a:ext>
              </a:extLst>
            </p:cNvPr>
            <p:cNvGrpSpPr>
              <a:grpSpLocks/>
            </p:cNvGrpSpPr>
            <p:nvPr/>
          </p:nvGrpSpPr>
          <p:grpSpPr>
            <a:xfrm>
              <a:off x="2635789" y="5834515"/>
              <a:ext cx="731520" cy="4177897"/>
              <a:chOff x="1522564" y="1465597"/>
              <a:chExt cx="914400" cy="4177897"/>
            </a:xfrm>
            <a:solidFill>
              <a:srgbClr val="00FDFF"/>
            </a:solidFill>
          </p:grpSpPr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B6119044-ADA3-CCE8-F6C7-EBF4FECBAB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22564" y="1465597"/>
                <a:ext cx="914400" cy="2258061"/>
              </a:xfrm>
              <a:prstGeom prst="roundRect">
                <a:avLst/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1</a:t>
                </a:r>
              </a:p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2</a:t>
                </a:r>
              </a:p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3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i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61" name="Rounded Rectangle 160">
                <a:extLst>
                  <a:ext uri="{FF2B5EF4-FFF2-40B4-BE49-F238E27FC236}">
                    <a16:creationId xmlns:a16="http://schemas.microsoft.com/office/drawing/2014/main" id="{96720EEE-A8DF-E927-065C-0E9E486FE4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22564" y="3211645"/>
                <a:ext cx="914400" cy="685801"/>
              </a:xfrm>
              <a:prstGeom prst="roundRect">
                <a:avLst>
                  <a:gd name="adj" fmla="val 0"/>
                </a:avLst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i="1" baseline="-25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62" name="Rounded Rectangle 161">
                <a:extLst>
                  <a:ext uri="{FF2B5EF4-FFF2-40B4-BE49-F238E27FC236}">
                    <a16:creationId xmlns:a16="http://schemas.microsoft.com/office/drawing/2014/main" id="{50341A67-3480-F88A-5199-64910394A44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22564" y="4041453"/>
                <a:ext cx="914400" cy="250724"/>
              </a:xfrm>
              <a:prstGeom prst="roundRect">
                <a:avLst>
                  <a:gd name="adj" fmla="val 0"/>
                </a:avLst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 i="1" baseline="-25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24" name="Rounded Rectangle 123">
                <a:extLst>
                  <a:ext uri="{FF2B5EF4-FFF2-40B4-BE49-F238E27FC236}">
                    <a16:creationId xmlns:a16="http://schemas.microsoft.com/office/drawing/2014/main" id="{81EE352A-1824-72C7-798E-90BDB08CEA1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22564" y="4066558"/>
                <a:ext cx="914400" cy="1576936"/>
              </a:xfrm>
              <a:prstGeom prst="roundRect">
                <a:avLst/>
              </a:prstGeom>
              <a:grpFill/>
              <a:ln w="12700">
                <a:solidFill>
                  <a:srgbClr val="00FD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1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.</a:t>
                </a:r>
              </a:p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x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i="1" baseline="-25000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7AFE90F1-BDF7-F21D-CF3F-CBB44AE03193}"/>
                </a:ext>
              </a:extLst>
            </p:cNvPr>
            <p:cNvCxnSpPr>
              <a:cxnSpLocks/>
              <a:stCxn id="4" idx="3"/>
              <a:endCxn id="6" idx="2"/>
            </p:cNvCxnSpPr>
            <p:nvPr/>
          </p:nvCxnSpPr>
          <p:spPr>
            <a:xfrm flipV="1">
              <a:off x="3367309" y="6360821"/>
              <a:ext cx="1622544" cy="6027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0415B4F6-756F-05C1-E436-9609D65B9C97}"/>
                </a:ext>
              </a:extLst>
            </p:cNvPr>
            <p:cNvCxnSpPr>
              <a:cxnSpLocks/>
              <a:stCxn id="4" idx="3"/>
              <a:endCxn id="7" idx="2"/>
            </p:cNvCxnSpPr>
            <p:nvPr/>
          </p:nvCxnSpPr>
          <p:spPr>
            <a:xfrm>
              <a:off x="3367309" y="6963546"/>
              <a:ext cx="1622544" cy="38167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24408BC-0857-A365-C7B6-5CE59E6B42B0}"/>
                </a:ext>
              </a:extLst>
            </p:cNvPr>
            <p:cNvCxnSpPr>
              <a:cxnSpLocks/>
              <a:stCxn id="4" idx="3"/>
              <a:endCxn id="9" idx="1"/>
            </p:cNvCxnSpPr>
            <p:nvPr/>
          </p:nvCxnSpPr>
          <p:spPr>
            <a:xfrm>
              <a:off x="3367309" y="6963546"/>
              <a:ext cx="1722977" cy="21075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38DED914-232C-DCF6-7611-1855EF500923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1024098" y="8858443"/>
              <a:ext cx="1539203" cy="707886"/>
            </a:xfrm>
            <a:prstGeom prst="rect">
              <a:avLst/>
            </a:prstGeom>
            <a:solidFill>
              <a:srgbClr val="F8F8F8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Static Basin</a:t>
              </a:r>
            </a:p>
            <a:p>
              <a:pPr algn="ctr"/>
              <a:r>
                <a:rPr lang="en-US" sz="2000" dirty="0">
                  <a:latin typeface="Helvetica" pitchFamily="2" charset="0"/>
                </a:rPr>
                <a:t> Attributes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F5F8EEA0-E161-B3C1-EF1E-0E07469B1214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654606" y="6620311"/>
              <a:ext cx="2278188" cy="707886"/>
            </a:xfrm>
            <a:prstGeom prst="rect">
              <a:avLst/>
            </a:prstGeom>
            <a:solidFill>
              <a:srgbClr val="F8F8F8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dirty="0">
                  <a:latin typeface="Helvetica" pitchFamily="2" charset="0"/>
                </a:rPr>
                <a:t>24-month Climate </a:t>
              </a:r>
            </a:p>
            <a:p>
              <a:pPr algn="ctr"/>
              <a:r>
                <a:rPr lang="en-US" sz="2000" dirty="0">
                  <a:latin typeface="Helvetica" pitchFamily="2" charset="0"/>
                </a:rPr>
                <a:t>Time Series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81FC3B0-C06D-0FBC-C9C1-C5F28BE04CF8}"/>
                </a:ext>
              </a:extLst>
            </p:cNvPr>
            <p:cNvSpPr txBox="1">
              <a:spLocks/>
            </p:cNvSpPr>
            <p:nvPr/>
          </p:nvSpPr>
          <p:spPr>
            <a:xfrm rot="5400000">
              <a:off x="10808100" y="7834113"/>
              <a:ext cx="119135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>
                  <a:latin typeface="Helvetica" pitchFamily="2" charset="0"/>
                </a:rPr>
                <a:t>Output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0F04987-0A4C-BD36-8410-3D783A515E24}"/>
                </a:ext>
              </a:extLst>
            </p:cNvPr>
            <p:cNvSpPr>
              <a:spLocks/>
            </p:cNvSpPr>
            <p:nvPr/>
          </p:nvSpPr>
          <p:spPr>
            <a:xfrm rot="5400000">
              <a:off x="9233997" y="7321189"/>
              <a:ext cx="2248839" cy="1510532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i="1" dirty="0">
                <a:solidFill>
                  <a:schemeClr val="tx1"/>
                </a:solidFill>
                <a:latin typeface="Helvetica" pitchFamily="2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7DE3855-DDBC-2791-6A6A-8C26DB014315}"/>
                </a:ext>
              </a:extLst>
            </p:cNvPr>
            <p:cNvSpPr>
              <a:spLocks/>
            </p:cNvSpPr>
            <p:nvPr/>
          </p:nvSpPr>
          <p:spPr>
            <a:xfrm>
              <a:off x="9348934" y="5735597"/>
              <a:ext cx="1280146" cy="4375719"/>
            </a:xfrm>
            <a:prstGeom prst="rect">
              <a:avLst/>
            </a:prstGeom>
            <a:solidFill>
              <a:srgbClr val="F8F8F8"/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506B12E-75A2-4FFF-8787-87718A3EE414}"/>
                </a:ext>
              </a:extLst>
            </p:cNvPr>
            <p:cNvGrpSpPr>
              <a:grpSpLocks/>
            </p:cNvGrpSpPr>
            <p:nvPr/>
          </p:nvGrpSpPr>
          <p:grpSpPr>
            <a:xfrm>
              <a:off x="9695267" y="6024416"/>
              <a:ext cx="685800" cy="3638589"/>
              <a:chOff x="3901464" y="1154139"/>
              <a:chExt cx="685800" cy="3638589"/>
            </a:xfrm>
            <a:solidFill>
              <a:srgbClr val="FFFC00"/>
            </a:solidFill>
          </p:grpSpPr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533D0FDB-3A16-124A-A3E8-9F0D5D66E9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1154139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FFF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ŷ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1</a:t>
                </a:r>
                <a:endParaRPr lang="en-US" sz="2400" i="1" dirty="0">
                  <a:solidFill>
                    <a:schemeClr val="tx1"/>
                  </a:solidFill>
                  <a:latin typeface="Helvetica" pitchFamily="2" charset="0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8FBA40A8-63E5-5EA1-61A7-C30691DD74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2138542"/>
                <a:ext cx="685800" cy="685800"/>
              </a:xfrm>
              <a:prstGeom prst="ellipse">
                <a:avLst/>
              </a:prstGeom>
              <a:grpFill/>
              <a:ln w="12700">
                <a:solidFill>
                  <a:srgbClr val="FFF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i="1" dirty="0">
                    <a:solidFill>
                      <a:schemeClr val="tx1"/>
                    </a:solidFill>
                    <a:latin typeface="Helvetica" pitchFamily="2" charset="0"/>
                  </a:rPr>
                  <a:t>ŷ</a:t>
                </a:r>
                <a:r>
                  <a:rPr lang="en-US" sz="2400" i="1" baseline="-25000" dirty="0">
                    <a:solidFill>
                      <a:schemeClr val="tx1"/>
                    </a:solidFill>
                    <a:latin typeface="Helvetica" pitchFamily="2" charset="0"/>
                  </a:rPr>
                  <a:t>2</a:t>
                </a:r>
                <a:endParaRPr lang="en-US" sz="2400" dirty="0">
                  <a:latin typeface="Helvetica" pitchFamily="2" charset="0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E177F871-B185-68C2-737F-CCB5EA3D943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01464" y="4106928"/>
                <a:ext cx="685800" cy="685800"/>
              </a:xfrm>
              <a:prstGeom prst="ellipse">
                <a:avLst/>
              </a:prstGeom>
              <a:solidFill>
                <a:srgbClr val="FFFC00"/>
              </a:solidFill>
              <a:ln w="12700">
                <a:solidFill>
                  <a:srgbClr val="FFFC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2400" i="1" dirty="0" err="1">
                    <a:solidFill>
                      <a:schemeClr val="tx1"/>
                    </a:solidFill>
                    <a:latin typeface="Helvetica" pitchFamily="2" charset="0"/>
                  </a:rPr>
                  <a:t>ŷ</a:t>
                </a:r>
                <a:r>
                  <a:rPr lang="en-US" sz="2400" i="1" baseline="-25000" dirty="0" err="1">
                    <a:solidFill>
                      <a:schemeClr val="tx1"/>
                    </a:solidFill>
                    <a:latin typeface="Helvetica" pitchFamily="2" charset="0"/>
                  </a:rPr>
                  <a:t>n</a:t>
                </a:r>
                <a:endParaRPr lang="en-US" sz="2400" dirty="0">
                  <a:latin typeface="Helvetica" pitchFamily="2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6A43D1D-FA07-42C0-CEC7-984E35E72B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05544" y="3122945"/>
                <a:ext cx="277640" cy="685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  <a:p>
                <a:pPr algn="ctr">
                  <a:lnSpc>
                    <a:spcPct val="50000"/>
                  </a:lnSpc>
                </a:pPr>
                <a:r>
                  <a:rPr lang="en-US" sz="2400" b="1" dirty="0">
                    <a:latin typeface="Helvetica" pitchFamily="2" charset="0"/>
                  </a:rPr>
                  <a:t>.</a:t>
                </a:r>
              </a:p>
            </p:txBody>
          </p:sp>
        </p:grp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31B4AA7F-5BEE-6541-E5AA-868184CD3760}"/>
                </a:ext>
              </a:extLst>
            </p:cNvPr>
            <p:cNvCxnSpPr>
              <a:cxnSpLocks/>
            </p:cNvCxnSpPr>
            <p:nvPr/>
          </p:nvCxnSpPr>
          <p:spPr>
            <a:xfrm>
              <a:off x="8811059" y="7367233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1ADA3E73-F17D-4BAE-86B5-82DE1A565F8C}"/>
                </a:ext>
              </a:extLst>
            </p:cNvPr>
            <p:cNvCxnSpPr>
              <a:cxnSpLocks/>
            </p:cNvCxnSpPr>
            <p:nvPr/>
          </p:nvCxnSpPr>
          <p:spPr>
            <a:xfrm>
              <a:off x="8811059" y="9335619"/>
              <a:ext cx="88420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BA0E932C-D04F-14C3-7885-C8BDB392B7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060" y="6625297"/>
              <a:ext cx="984641" cy="74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EB33EAB8-5C0E-B96F-B5DE-9486FE995015}"/>
                </a:ext>
              </a:extLst>
            </p:cNvPr>
            <p:cNvCxnSpPr>
              <a:cxnSpLocks/>
            </p:cNvCxnSpPr>
            <p:nvPr/>
          </p:nvCxnSpPr>
          <p:spPr>
            <a:xfrm>
              <a:off x="8811060" y="7367234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006FE78B-DFE5-68E6-B85B-95EA20FD9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060" y="6625297"/>
              <a:ext cx="984641" cy="2710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11A69E87-739E-8CBE-F8E3-7DCD9C0132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1060" y="7609701"/>
              <a:ext cx="984641" cy="17259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2340C1F-F72E-654F-D70E-6E5668DB259D}"/>
                </a:ext>
              </a:extLst>
            </p:cNvPr>
            <p:cNvGrpSpPr>
              <a:grpSpLocks/>
            </p:cNvGrpSpPr>
            <p:nvPr/>
          </p:nvGrpSpPr>
          <p:grpSpPr>
            <a:xfrm>
              <a:off x="7491460" y="9780472"/>
              <a:ext cx="1622027" cy="369332"/>
              <a:chOff x="7491460" y="9752919"/>
              <a:chExt cx="1622027" cy="369332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3B9252-74BA-A63A-DA41-E8ED04BBE2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91460" y="9752919"/>
                <a:ext cx="162202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1800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" pitchFamily="2" charset="0"/>
                  </a:rPr>
                  <a:t>= dropout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D7C1529E-A136-ABBE-955E-8C42728D784B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794002" y="9851376"/>
                <a:ext cx="185006" cy="187319"/>
                <a:chOff x="7515968" y="9583224"/>
                <a:chExt cx="185006" cy="187319"/>
              </a:xfrm>
            </p:grpSpPr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5FAB56C3-6A32-A54F-22FB-E33DAC322E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518094" y="9583224"/>
                  <a:ext cx="182880" cy="182880"/>
                </a:xfrm>
                <a:prstGeom prst="line">
                  <a:avLst/>
                </a:prstGeom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4DF97338-3D6A-9842-C3FE-726586DBE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15968" y="9587663"/>
                  <a:ext cx="182880" cy="182880"/>
                </a:xfrm>
                <a:prstGeom prst="line">
                  <a:avLst/>
                </a:prstGeom>
                <a:ln w="28575"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843686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5419</TotalTime>
  <Words>193</Words>
  <Application>Microsoft Macintosh PowerPoint</Application>
  <PresentationFormat>Custom</PresentationFormat>
  <Paragraphs>147</Paragraphs>
  <Slides>5</Slides>
  <Notes>4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Caelum Mroczek</dc:creator>
  <cp:lastModifiedBy>Caelum Mroczek</cp:lastModifiedBy>
  <cp:revision>20</cp:revision>
  <dcterms:created xsi:type="dcterms:W3CDTF">2025-10-30T21:47:38Z</dcterms:created>
  <dcterms:modified xsi:type="dcterms:W3CDTF">2025-11-03T16:55:04Z</dcterms:modified>
</cp:coreProperties>
</file>